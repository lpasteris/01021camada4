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  <p:sldMasterId id="2147483688" r:id="rId2"/>
    <p:sldMasterId id="2147483689" r:id="rId3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Rajdhani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" y="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48bfaac8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c48bfaac8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48bfaac81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c48bfaac81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316d693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c316d693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b40fda7b3_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7b40fda7b3_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182e789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e182e789c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e182e789c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e182e789c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41d579b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e41d579b3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951d8317c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d951d8317c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48bfaac81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c48bfaac81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l="5658" r="5649"/>
          <a:stretch/>
        </p:blipFill>
        <p:spPr>
          <a:xfrm>
            <a:off x="5888950" y="3624550"/>
            <a:ext cx="2675822" cy="11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>
            <a:spLocks noGrp="1"/>
          </p:cNvSpPr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81" name="Google Shape;8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CUSTOM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/>
          <p:nvPr/>
        </p:nvSpPr>
        <p:spPr>
          <a:xfrm>
            <a:off x="-148900" y="-94750"/>
            <a:ext cx="9488400" cy="5360100"/>
          </a:xfrm>
          <a:prstGeom prst="rect">
            <a:avLst/>
          </a:prstGeom>
          <a:solidFill>
            <a:srgbClr val="33383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41700" y="2367187"/>
            <a:ext cx="2355801" cy="56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○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■"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●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○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Char char="■"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"/>
          <p:cNvSpPr/>
          <p:nvPr/>
        </p:nvSpPr>
        <p:spPr>
          <a:xfrm>
            <a:off x="4572000" y="-125"/>
            <a:ext cx="4572000" cy="46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●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○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Char char="■"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●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○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Char char="■"/>
              <a:defRPr sz="1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p4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2"/>
          <p:cNvSpPr txBox="1">
            <a:spLocks noGrp="1"/>
          </p:cNvSpPr>
          <p:nvPr>
            <p:ph type="title"/>
          </p:nvPr>
        </p:nvSpPr>
        <p:spPr>
          <a:xfrm>
            <a:off x="3519224" y="988675"/>
            <a:ext cx="52377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  <a:defRPr sz="5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125" name="Google Shape;12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5149" y="3700742"/>
            <a:ext cx="2416852" cy="100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5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Actividad </a:t>
            </a:r>
            <a:r>
              <a:rPr lang="es" sz="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integradora</a:t>
            </a:r>
            <a:endParaRPr sz="9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" name="Google Shape;45;p1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83;p29"/>
          <p:cNvCxnSpPr/>
          <p:nvPr/>
        </p:nvCxnSpPr>
        <p:spPr>
          <a:xfrm>
            <a:off x="719925" y="-8000"/>
            <a:ext cx="8100" cy="48795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4" name="Google Shape;84;p29"/>
          <p:cNvCxnSpPr/>
          <p:nvPr/>
        </p:nvCxnSpPr>
        <p:spPr>
          <a:xfrm>
            <a:off x="8419950" y="-8000"/>
            <a:ext cx="8100" cy="48795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5" name="Google Shape;85;p29"/>
          <p:cNvCxnSpPr/>
          <p:nvPr/>
        </p:nvCxnSpPr>
        <p:spPr>
          <a:xfrm rot="10800000" flipH="1">
            <a:off x="-8000" y="1178475"/>
            <a:ext cx="9175200" cy="54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86" name="Google Shape;86;p29"/>
          <p:cNvCxnSpPr/>
          <p:nvPr/>
        </p:nvCxnSpPr>
        <p:spPr>
          <a:xfrm rot="10800000" flipH="1">
            <a:off x="-15600" y="4860825"/>
            <a:ext cx="9175200" cy="5400"/>
          </a:xfrm>
          <a:prstGeom prst="straightConnector1">
            <a:avLst/>
          </a:prstGeom>
          <a:noFill/>
          <a:ln w="9525" cap="flat" cmpd="sng">
            <a:solidFill>
              <a:srgbClr val="FCD8D6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7" name="Google Shape;87;p29"/>
          <p:cNvSpPr/>
          <p:nvPr/>
        </p:nvSpPr>
        <p:spPr>
          <a:xfrm>
            <a:off x="-15600" y="4856100"/>
            <a:ext cx="9175200" cy="332100"/>
          </a:xfrm>
          <a:prstGeom prst="rect">
            <a:avLst/>
          </a:prstGeom>
          <a:solidFill>
            <a:srgbClr val="EC18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9"/>
          <p:cNvSpPr txBox="1"/>
          <p:nvPr/>
        </p:nvSpPr>
        <p:spPr>
          <a:xfrm>
            <a:off x="111657" y="4953600"/>
            <a:ext cx="2187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Título del ppt</a:t>
            </a:r>
            <a:endParaRPr sz="9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2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074225" y="4931037"/>
            <a:ext cx="764551" cy="18222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acvendors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3"/>
          <p:cNvSpPr txBox="1">
            <a:spLocks noGrp="1"/>
          </p:cNvSpPr>
          <p:nvPr>
            <p:ph type="title"/>
          </p:nvPr>
        </p:nvSpPr>
        <p:spPr>
          <a:xfrm>
            <a:off x="4289805" y="1256945"/>
            <a:ext cx="4058100" cy="28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180000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s">
                <a:solidFill>
                  <a:schemeClr val="lt1"/>
                </a:solidFill>
              </a:rPr>
              <a:t>Conociendo</a:t>
            </a:r>
            <a:br>
              <a:rPr lang="es">
                <a:solidFill>
                  <a:schemeClr val="lt1"/>
                </a:solidFill>
              </a:rPr>
            </a:br>
            <a:r>
              <a:rPr lang="es">
                <a:solidFill>
                  <a:schemeClr val="lt1"/>
                </a:solidFill>
              </a:rPr>
              <a:t>mis direcciones</a:t>
            </a:r>
            <a:endParaRPr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4"/>
          <p:cNvSpPr txBox="1"/>
          <p:nvPr/>
        </p:nvSpPr>
        <p:spPr>
          <a:xfrm>
            <a:off x="3897550" y="1756575"/>
            <a:ext cx="4505400" cy="30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lang="es" sz="2000" b="1" i="0" u="sng" strike="noStrike" cap="none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  <a:hlinkClick r:id="rId3" action="ppaction://hlinksldjump"/>
              </a:rPr>
              <a:t>Consigna</a:t>
            </a: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Rajdhani"/>
              <a:buAutoNum type="arabicPeriod"/>
            </a:pPr>
            <a:r>
              <a:rPr lang="es" sz="2000" b="1" u="sng">
                <a:solidFill>
                  <a:schemeClr val="hlink"/>
                </a:solidFill>
                <a:latin typeface="Rajdhani"/>
                <a:ea typeface="Rajdhani"/>
                <a:cs typeface="Rajdhani"/>
                <a:sym typeface="Rajdhani"/>
              </a:rPr>
              <a:t>Compartimos la investigación</a:t>
            </a: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4572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434343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6" name="Google Shape;136;p44"/>
          <p:cNvSpPr txBox="1"/>
          <p:nvPr/>
        </p:nvSpPr>
        <p:spPr>
          <a:xfrm>
            <a:off x="1672950" y="2442819"/>
            <a:ext cx="15903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s" sz="3100" b="1" i="0" u="none" strike="noStrike" cap="non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Índice</a:t>
            </a:r>
            <a:endParaRPr sz="2700" b="1" i="0" u="none" strike="noStrike" cap="non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37" name="Google Shape;137;p44"/>
          <p:cNvCxnSpPr/>
          <p:nvPr/>
        </p:nvCxnSpPr>
        <p:spPr>
          <a:xfrm flipH="1">
            <a:off x="3592750" y="1409375"/>
            <a:ext cx="18900" cy="3033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83C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5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s" sz="37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Consigna</a:t>
            </a:r>
            <a:endParaRPr sz="37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3" name="Google Shape;143;p45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6000" b="1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1</a:t>
            </a:r>
            <a:endParaRPr sz="60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4" name="Google Shape;144;p45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6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Vamos a investigar y conocer todas nuestras direcciones ! </a:t>
            </a:r>
            <a:r>
              <a:rPr lang="es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 esto cada alumno y alumna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 mesa de trabajo deberá investigar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qué direcciones ip y mac tiene.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Manos a la obra !</a:t>
            </a: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46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595959"/>
                </a:solidFill>
                <a:latin typeface="Rajdhani"/>
                <a:ea typeface="Rajdhani"/>
                <a:cs typeface="Rajdhani"/>
                <a:sym typeface="Rajdhani"/>
              </a:rPr>
              <a:t>Consigna para </a:t>
            </a:r>
            <a:r>
              <a:rPr lang="es" sz="3000" b="1" i="0" u="none" strike="noStrike" cap="none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trabajo en clase</a:t>
            </a:r>
            <a:endParaRPr sz="3000" b="1" i="0" u="none" strike="noStrike" cap="non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51" name="Google Shape;15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326" y="2139775"/>
            <a:ext cx="3820150" cy="23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7"/>
          <p:cNvSpPr txBox="1"/>
          <p:nvPr/>
        </p:nvSpPr>
        <p:spPr>
          <a:xfrm>
            <a:off x="530400" y="1008475"/>
            <a:ext cx="8347500" cy="3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Vamos a investigar y conocer todas nuestras direcciones ! </a:t>
            </a:r>
            <a:r>
              <a:rPr lang="es" sz="16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6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Apliquemos los conocimientos adquiridos, para conocer nuestras direcciones .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Que direcciones necesitamos averiguar :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IP Pública 186.22.56.207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IP Privada y su Máscara de subred 192.168.0.91 255.255.255.0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</a:pPr>
            <a: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Dirección MAC </a:t>
            </a:r>
            <a:r>
              <a:rPr lang="es-AR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E0-94-67-D7-69-AA</a:t>
            </a: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914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6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47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s" sz="3000" b="1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Vamos  </a:t>
            </a:r>
            <a:r>
              <a:rPr lang="es" sz="3000" b="1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 investigar</a:t>
            </a:r>
            <a:endParaRPr sz="2400" b="1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8"/>
          <p:cNvSpPr txBox="1"/>
          <p:nvPr/>
        </p:nvSpPr>
        <p:spPr>
          <a:xfrm>
            <a:off x="530400" y="1008475"/>
            <a:ext cx="8347500" cy="38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" sz="16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Sigamos trabajando ! </a:t>
            </a: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Dadas nuestras direcciones IP y las máscaras de red,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¿La IP pública y privada de qué clase son? Mi IP Privada es Clase C y la publica es clase 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¿Qué información puedo obtener de la dirección MAC? Vamos a acceder a  </a:t>
            </a:r>
            <a:r>
              <a:rPr lang="es" sz="16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https://macvendors.com/</a:t>
            </a: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y verificar que marca de placa de red tenemos.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Como son identificadores únicos, las MAC pueden ser utilizadas por un administrador de red para permitir o denegar el acceso de determinados dispositivos a una red.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Marca de la placa de red: </a:t>
            </a:r>
            <a:r>
              <a:rPr lang="es" sz="1950">
                <a:solidFill>
                  <a:srgbClr val="FFFFFF"/>
                </a:solidFill>
                <a:highlight>
                  <a:srgbClr val="2F3832"/>
                </a:highlight>
                <a:latin typeface="Open Sans"/>
                <a:ea typeface="Open Sans"/>
                <a:cs typeface="Open Sans"/>
                <a:sym typeface="Open Sans"/>
              </a:rPr>
              <a:t>Intel Corporate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48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s" sz="3000" b="1">
                <a:solidFill>
                  <a:schemeClr val="dk2"/>
                </a:solidFill>
                <a:latin typeface="Rajdhani"/>
                <a:ea typeface="Rajdhani"/>
                <a:cs typeface="Rajdhani"/>
                <a:sym typeface="Rajdhani"/>
              </a:rPr>
              <a:t>Vamos  </a:t>
            </a:r>
            <a:r>
              <a:rPr lang="es" sz="3000" b="1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a investigar</a:t>
            </a:r>
            <a:endParaRPr sz="2400" b="1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83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9"/>
          <p:cNvSpPr txBox="1"/>
          <p:nvPr/>
        </p:nvSpPr>
        <p:spPr>
          <a:xfrm>
            <a:off x="3609750" y="1495200"/>
            <a:ext cx="4808400" cy="23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s" sz="3700" b="1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Compartimos la investigación</a:t>
            </a:r>
            <a:endParaRPr sz="37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69" name="Google Shape;169;p49"/>
          <p:cNvSpPr txBox="1"/>
          <p:nvPr/>
        </p:nvSpPr>
        <p:spPr>
          <a:xfrm>
            <a:off x="2740403" y="2195563"/>
            <a:ext cx="548700" cy="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" sz="6000" b="1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2</a:t>
            </a:r>
            <a:endParaRPr sz="6000" b="1" i="0" u="none" strike="noStrike" cap="none">
              <a:solidFill>
                <a:srgbClr val="FFFFF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70" name="Google Shape;170;p49"/>
          <p:cNvSpPr/>
          <p:nvPr/>
        </p:nvSpPr>
        <p:spPr>
          <a:xfrm>
            <a:off x="3438450" y="2141125"/>
            <a:ext cx="18600" cy="1086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0"/>
          <p:cNvSpPr txBox="1"/>
          <p:nvPr/>
        </p:nvSpPr>
        <p:spPr>
          <a:xfrm>
            <a:off x="559025" y="1296150"/>
            <a:ext cx="8347500" cy="3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Una vez que hemos terminado la investigación, compartimos los resultados en la mesa de trabajo y  comparamos los valores obtenidos. 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¡ Recuerden subir la investigación a la mochila ! 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50"/>
          <p:cNvSpPr txBox="1"/>
          <p:nvPr/>
        </p:nvSpPr>
        <p:spPr>
          <a:xfrm>
            <a:off x="757775" y="380875"/>
            <a:ext cx="54516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595959"/>
              </a:solidFill>
              <a:latin typeface="Rajdhani"/>
              <a:ea typeface="Rajdhani"/>
              <a:cs typeface="Rajdhani"/>
              <a:sym typeface="Rajdhan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>
                <a:solidFill>
                  <a:srgbClr val="595959"/>
                </a:solidFill>
                <a:latin typeface="Rajdhani"/>
                <a:ea typeface="Rajdhani"/>
                <a:cs typeface="Rajdhani"/>
                <a:sym typeface="Rajdhani"/>
              </a:rPr>
              <a:t>Compartimos </a:t>
            </a:r>
            <a:r>
              <a:rPr lang="es" sz="3000" b="1">
                <a:solidFill>
                  <a:srgbClr val="EC183F"/>
                </a:solidFill>
                <a:latin typeface="Rajdhani"/>
                <a:ea typeface="Rajdhani"/>
                <a:cs typeface="Rajdhani"/>
                <a:sym typeface="Rajdhani"/>
              </a:rPr>
              <a:t>la investigación</a:t>
            </a:r>
            <a:endParaRPr sz="3000" b="1" i="0" u="none" strike="noStrike" cap="none">
              <a:solidFill>
                <a:srgbClr val="EC183F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pic>
        <p:nvPicPr>
          <p:cNvPr id="177" name="Google Shape;17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750" y="2206250"/>
            <a:ext cx="3623775" cy="24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83C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On-screen Show (16:9)</PresentationFormat>
  <Paragraphs>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Rajdhani</vt:lpstr>
      <vt:lpstr>Open Sans</vt:lpstr>
      <vt:lpstr>Simple Light</vt:lpstr>
      <vt:lpstr>Simple Light</vt:lpstr>
      <vt:lpstr>Simple Light</vt:lpstr>
      <vt:lpstr>Conociendo mis direcciones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Conociendo mis direcciones </dc:title>
  <cp:lastModifiedBy>Mariale Williams Gomez</cp:lastModifiedBy>
  <cp:revision>1</cp:revision>
  <dcterms:modified xsi:type="dcterms:W3CDTF">2021-11-25T03:53:12Z</dcterms:modified>
</cp:coreProperties>
</file>