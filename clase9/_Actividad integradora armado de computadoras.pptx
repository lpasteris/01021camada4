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 id="2147483675"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9144000" cy="5143500" type="screen16x9"/>
  <p:notesSz cx="6858000" cy="9144000"/>
  <p:embeddedFontLst>
    <p:embeddedFont>
      <p:font typeface="Open Sans" panose="020B0604020202020204" charset="0"/>
      <p:regular r:id="rId27"/>
      <p:bold r:id="rId28"/>
      <p:italic r:id="rId29"/>
      <p:boldItalic r:id="rId30"/>
    </p:embeddedFont>
    <p:embeddedFont>
      <p:font typeface="Rajdhani"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823DD4-A27D-4CE9-87A1-849A0D71D706}">
  <a:tblStyle styleId="{8C823DD4-A27D-4CE9-87A1-849A0D71D70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ston Pacciaroni" userId="e1fa2cfe7802c02c" providerId="LiveId" clId="{0C554452-AAC9-4994-A9AA-75CBD1205867}"/>
    <pc:docChg chg="modSld">
      <pc:chgData name="Gaston Pacciaroni" userId="e1fa2cfe7802c02c" providerId="LiveId" clId="{0C554452-AAC9-4994-A9AA-75CBD1205867}" dt="2021-11-06T02:56:33.501" v="124" actId="20577"/>
      <pc:docMkLst>
        <pc:docMk/>
      </pc:docMkLst>
      <pc:sldChg chg="modSp mod">
        <pc:chgData name="Gaston Pacciaroni" userId="e1fa2cfe7802c02c" providerId="LiveId" clId="{0C554452-AAC9-4994-A9AA-75CBD1205867}" dt="2021-11-06T02:45:30.095" v="34" actId="20577"/>
        <pc:sldMkLst>
          <pc:docMk/>
          <pc:sldMk cId="0" sldId="265"/>
        </pc:sldMkLst>
        <pc:graphicFrameChg chg="mod modGraphic">
          <ac:chgData name="Gaston Pacciaroni" userId="e1fa2cfe7802c02c" providerId="LiveId" clId="{0C554452-AAC9-4994-A9AA-75CBD1205867}" dt="2021-11-06T02:45:30.095" v="34" actId="20577"/>
          <ac:graphicFrameMkLst>
            <pc:docMk/>
            <pc:sldMk cId="0" sldId="265"/>
            <ac:graphicFrameMk id="156" creationId="{00000000-0000-0000-0000-000000000000}"/>
          </ac:graphicFrameMkLst>
        </pc:graphicFrameChg>
      </pc:sldChg>
      <pc:sldChg chg="modSp mod">
        <pc:chgData name="Gaston Pacciaroni" userId="e1fa2cfe7802c02c" providerId="LiveId" clId="{0C554452-AAC9-4994-A9AA-75CBD1205867}" dt="2021-11-06T02:51:17.271" v="65" actId="6549"/>
        <pc:sldMkLst>
          <pc:docMk/>
          <pc:sldMk cId="0" sldId="266"/>
        </pc:sldMkLst>
        <pc:graphicFrameChg chg="mod modGraphic">
          <ac:chgData name="Gaston Pacciaroni" userId="e1fa2cfe7802c02c" providerId="LiveId" clId="{0C554452-AAC9-4994-A9AA-75CBD1205867}" dt="2021-11-06T02:51:17.271" v="65" actId="6549"/>
          <ac:graphicFrameMkLst>
            <pc:docMk/>
            <pc:sldMk cId="0" sldId="266"/>
            <ac:graphicFrameMk id="164" creationId="{00000000-0000-0000-0000-000000000000}"/>
          </ac:graphicFrameMkLst>
        </pc:graphicFrameChg>
      </pc:sldChg>
      <pc:sldChg chg="modSp mod">
        <pc:chgData name="Gaston Pacciaroni" userId="e1fa2cfe7802c02c" providerId="LiveId" clId="{0C554452-AAC9-4994-A9AA-75CBD1205867}" dt="2021-11-06T02:56:33.501" v="124" actId="20577"/>
        <pc:sldMkLst>
          <pc:docMk/>
          <pc:sldMk cId="0" sldId="267"/>
        </pc:sldMkLst>
        <pc:graphicFrameChg chg="mod modGraphic">
          <ac:chgData name="Gaston Pacciaroni" userId="e1fa2cfe7802c02c" providerId="LiveId" clId="{0C554452-AAC9-4994-A9AA-75CBD1205867}" dt="2021-11-06T02:56:33.501" v="124" actId="20577"/>
          <ac:graphicFrameMkLst>
            <pc:docMk/>
            <pc:sldMk cId="0" sldId="267"/>
            <ac:graphicFrameMk id="172"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e009b52c55_1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e009b52c55_1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b1fdcf20d3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b1fdcf20d3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b1fdcf20d3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b1fdcf20d3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b1fdcf20d3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b1fdcf20d3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1fdcf20d3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1fdcf20d3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b1fdcf20d3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b1fdcf20d3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b1fdcf20d3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b1fdcf20d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b1fdcf20d3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b1fdcf20d3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b1fdcf20d3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b1fdcf20d3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deb3107e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deb3107e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deb3107ed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deb3107ed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deb3107ed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deb3107ed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deb3107ed1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deb3107ed1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deb3107ed1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deb3107ed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deb3107ed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deb3107ed1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deb3107ed1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deb3107ed1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deb3107ed1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deb3107ed1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deb3107ed1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deb3107ed1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deb3107ed1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deb3107ed1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deb3107ed1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deb3107ed1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b1fdcf20d3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b1fdcf20d3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b1fdcf20d3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b1fdcf20d3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c65a5591a5_1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c65a5591a5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17" name="Google Shape;17;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20" name="Google Shape;20;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1" name="Google Shape;21;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a:endParaRPr/>
          </a:p>
        </p:txBody>
      </p:sp>
      <p:sp>
        <p:nvSpPr>
          <p:cNvPr id="26" name="Google Shape;26;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ctr"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9"/>
        <p:cNvGrpSpPr/>
        <p:nvPr/>
      </p:nvGrpSpPr>
      <p:grpSpPr>
        <a:xfrm>
          <a:off x="0" y="0"/>
          <a:ext cx="0" cy="0"/>
          <a:chOff x="0" y="0"/>
          <a:chExt cx="0" cy="0"/>
        </a:xfrm>
      </p:grpSpPr>
      <p:sp>
        <p:nvSpPr>
          <p:cNvPr id="30" name="Google Shape;30;p9"/>
          <p:cNvSpPr/>
          <p:nvPr/>
        </p:nvSpPr>
        <p:spPr>
          <a:xfrm>
            <a:off x="4572000" y="-125"/>
            <a:ext cx="4572000" cy="4683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a:endParaRPr/>
          </a:p>
        </p:txBody>
      </p:sp>
      <p:sp>
        <p:nvSpPr>
          <p:cNvPr id="32" name="Google Shape;32;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3" name="Google Shape;33;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
        <p:cNvGrpSpPr/>
        <p:nvPr/>
      </p:nvGrpSpPr>
      <p:grpSpPr>
        <a:xfrm>
          <a:off x="0" y="0"/>
          <a:ext cx="0" cy="0"/>
          <a:chOff x="0" y="0"/>
          <a:chExt cx="0" cy="0"/>
        </a:xfrm>
      </p:grpSpPr>
      <p:sp>
        <p:nvSpPr>
          <p:cNvPr id="35" name="Google Shape;35;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6"/>
        <p:cNvGrpSpPr/>
        <p:nvPr/>
      </p:nvGrpSpPr>
      <p:grpSpPr>
        <a:xfrm>
          <a:off x="0" y="0"/>
          <a:ext cx="0" cy="0"/>
          <a:chOff x="0" y="0"/>
          <a:chExt cx="0" cy="0"/>
        </a:xfrm>
      </p:grpSpPr>
      <p:sp>
        <p:nvSpPr>
          <p:cNvPr id="37" name="Google Shape;37;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8" name="Google Shape;38;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seño personalizado 1">
  <p:cSld name="CUSTOM_1">
    <p:spTree>
      <p:nvGrpSpPr>
        <p:cNvPr id="1" name="Shape 40"/>
        <p:cNvGrpSpPr/>
        <p:nvPr/>
      </p:nvGrpSpPr>
      <p:grpSpPr>
        <a:xfrm>
          <a:off x="0" y="0"/>
          <a:ext cx="0" cy="0"/>
          <a:chOff x="0" y="0"/>
          <a:chExt cx="0" cy="0"/>
        </a:xfrm>
      </p:grpSpPr>
      <p:sp>
        <p:nvSpPr>
          <p:cNvPr id="41" name="Google Shape;41;p13"/>
          <p:cNvSpPr/>
          <p:nvPr/>
        </p:nvSpPr>
        <p:spPr>
          <a:xfrm>
            <a:off x="-148900" y="-94750"/>
            <a:ext cx="9488400" cy="5360100"/>
          </a:xfrm>
          <a:prstGeom prst="rect">
            <a:avLst/>
          </a:prstGeom>
          <a:solidFill>
            <a:srgbClr val="33383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 name="Google Shape;42;p13"/>
          <p:cNvPicPr preferRelativeResize="0"/>
          <p:nvPr/>
        </p:nvPicPr>
        <p:blipFill>
          <a:blip r:embed="rId2">
            <a:alphaModFix/>
          </a:blip>
          <a:stretch>
            <a:fillRect/>
          </a:stretch>
        </p:blipFill>
        <p:spPr>
          <a:xfrm>
            <a:off x="3241700" y="2367187"/>
            <a:ext cx="2355801" cy="5615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ortada">
  <p:cSld name="CUSTOM">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14"/>
          <p:cNvSpPr txBox="1">
            <a:spLocks noGrp="1"/>
          </p:cNvSpPr>
          <p:nvPr>
            <p:ph type="title"/>
          </p:nvPr>
        </p:nvSpPr>
        <p:spPr>
          <a:xfrm>
            <a:off x="3519224" y="988675"/>
            <a:ext cx="5237700" cy="286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None/>
              <a:defRPr sz="5000" b="1">
                <a:solidFill>
                  <a:srgbClr val="FFFFFF"/>
                </a:solidFill>
                <a:latin typeface="Rajdhani"/>
                <a:ea typeface="Rajdhani"/>
                <a:cs typeface="Rajdhani"/>
                <a:sym typeface="Rajdhani"/>
              </a:defRPr>
            </a:lvl1pPr>
            <a:lvl2pPr lvl="1" rtl="0">
              <a:spcBef>
                <a:spcPts val="0"/>
              </a:spcBef>
              <a:spcAft>
                <a:spcPts val="0"/>
              </a:spcAft>
              <a:buNone/>
              <a:defRPr sz="5000" b="1">
                <a:solidFill>
                  <a:srgbClr val="FFFFFF"/>
                </a:solidFill>
                <a:latin typeface="Rajdhani"/>
                <a:ea typeface="Rajdhani"/>
                <a:cs typeface="Rajdhani"/>
                <a:sym typeface="Rajdhani"/>
              </a:defRPr>
            </a:lvl2pPr>
            <a:lvl3pPr lvl="2" rtl="0">
              <a:spcBef>
                <a:spcPts val="0"/>
              </a:spcBef>
              <a:spcAft>
                <a:spcPts val="0"/>
              </a:spcAft>
              <a:buNone/>
              <a:defRPr sz="5000" b="1">
                <a:solidFill>
                  <a:srgbClr val="FFFFFF"/>
                </a:solidFill>
                <a:latin typeface="Rajdhani"/>
                <a:ea typeface="Rajdhani"/>
                <a:cs typeface="Rajdhani"/>
                <a:sym typeface="Rajdhani"/>
              </a:defRPr>
            </a:lvl3pPr>
            <a:lvl4pPr lvl="3" rtl="0">
              <a:spcBef>
                <a:spcPts val="0"/>
              </a:spcBef>
              <a:spcAft>
                <a:spcPts val="0"/>
              </a:spcAft>
              <a:buNone/>
              <a:defRPr sz="5000" b="1">
                <a:solidFill>
                  <a:srgbClr val="FFFFFF"/>
                </a:solidFill>
                <a:latin typeface="Rajdhani"/>
                <a:ea typeface="Rajdhani"/>
                <a:cs typeface="Rajdhani"/>
                <a:sym typeface="Rajdhani"/>
              </a:defRPr>
            </a:lvl4pPr>
            <a:lvl5pPr lvl="4" rtl="0">
              <a:spcBef>
                <a:spcPts val="0"/>
              </a:spcBef>
              <a:spcAft>
                <a:spcPts val="0"/>
              </a:spcAft>
              <a:buNone/>
              <a:defRPr sz="5000" b="1">
                <a:solidFill>
                  <a:srgbClr val="FFFFFF"/>
                </a:solidFill>
                <a:latin typeface="Rajdhani"/>
                <a:ea typeface="Rajdhani"/>
                <a:cs typeface="Rajdhani"/>
                <a:sym typeface="Rajdhani"/>
              </a:defRPr>
            </a:lvl5pPr>
            <a:lvl6pPr lvl="5" rtl="0">
              <a:spcBef>
                <a:spcPts val="0"/>
              </a:spcBef>
              <a:spcAft>
                <a:spcPts val="0"/>
              </a:spcAft>
              <a:buNone/>
              <a:defRPr sz="5000" b="1">
                <a:solidFill>
                  <a:srgbClr val="FFFFFF"/>
                </a:solidFill>
                <a:latin typeface="Rajdhani"/>
                <a:ea typeface="Rajdhani"/>
                <a:cs typeface="Rajdhani"/>
                <a:sym typeface="Rajdhani"/>
              </a:defRPr>
            </a:lvl6pPr>
            <a:lvl7pPr lvl="6" rtl="0">
              <a:spcBef>
                <a:spcPts val="0"/>
              </a:spcBef>
              <a:spcAft>
                <a:spcPts val="0"/>
              </a:spcAft>
              <a:buNone/>
              <a:defRPr sz="5000" b="1">
                <a:solidFill>
                  <a:srgbClr val="FFFFFF"/>
                </a:solidFill>
                <a:latin typeface="Rajdhani"/>
                <a:ea typeface="Rajdhani"/>
                <a:cs typeface="Rajdhani"/>
                <a:sym typeface="Rajdhani"/>
              </a:defRPr>
            </a:lvl7pPr>
            <a:lvl8pPr lvl="7" rtl="0">
              <a:spcBef>
                <a:spcPts val="0"/>
              </a:spcBef>
              <a:spcAft>
                <a:spcPts val="0"/>
              </a:spcAft>
              <a:buNone/>
              <a:defRPr sz="5000" b="1">
                <a:solidFill>
                  <a:srgbClr val="FFFFFF"/>
                </a:solidFill>
                <a:latin typeface="Rajdhani"/>
                <a:ea typeface="Rajdhani"/>
                <a:cs typeface="Rajdhani"/>
                <a:sym typeface="Rajdhani"/>
              </a:defRPr>
            </a:lvl8pPr>
            <a:lvl9pPr lvl="8" rtl="0">
              <a:spcBef>
                <a:spcPts val="0"/>
              </a:spcBef>
              <a:spcAft>
                <a:spcPts val="0"/>
              </a:spcAft>
              <a:buNone/>
              <a:defRPr sz="5000" b="1">
                <a:solidFill>
                  <a:srgbClr val="FFFFFF"/>
                </a:solidFill>
                <a:latin typeface="Rajdhani"/>
                <a:ea typeface="Rajdhani"/>
                <a:cs typeface="Rajdhani"/>
                <a:sym typeface="Rajdhani"/>
              </a:defRPr>
            </a:lvl9pPr>
          </a:lstStyle>
          <a:p>
            <a:endParaRPr/>
          </a:p>
        </p:txBody>
      </p:sp>
      <p:pic>
        <p:nvPicPr>
          <p:cNvPr id="45" name="Google Shape;45;p14"/>
          <p:cNvPicPr preferRelativeResize="0"/>
          <p:nvPr/>
        </p:nvPicPr>
        <p:blipFill>
          <a:blip r:embed="rId3">
            <a:alphaModFix/>
          </a:blip>
          <a:stretch>
            <a:fillRect/>
          </a:stretch>
        </p:blipFill>
        <p:spPr>
          <a:xfrm>
            <a:off x="5965149" y="3700742"/>
            <a:ext cx="2416852" cy="10097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7"/>
        <p:cNvGrpSpPr/>
        <p:nvPr/>
      </p:nvGrpSpPr>
      <p:grpSpPr>
        <a:xfrm>
          <a:off x="0" y="0"/>
          <a:ext cx="0" cy="0"/>
          <a:chOff x="0" y="0"/>
          <a:chExt cx="0" cy="0"/>
        </a:xfrm>
      </p:grpSpPr>
      <p:sp>
        <p:nvSpPr>
          <p:cNvPr id="48" name="Google Shape;48;p1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a:endParaRPr/>
          </a:p>
        </p:txBody>
      </p:sp>
      <p:sp>
        <p:nvSpPr>
          <p:cNvPr id="49" name="Google Shape;49;p1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0"/>
        <p:cNvGrpSpPr/>
        <p:nvPr/>
      </p:nvGrpSpPr>
      <p:grpSpPr>
        <a:xfrm>
          <a:off x="0" y="0"/>
          <a:ext cx="0" cy="0"/>
          <a:chOff x="0" y="0"/>
          <a:chExt cx="0" cy="0"/>
        </a:xfrm>
      </p:grpSpPr>
      <p:sp>
        <p:nvSpPr>
          <p:cNvPr id="51" name="Google Shape;51;p1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2"/>
        <p:cNvGrpSpPr/>
        <p:nvPr/>
      </p:nvGrpSpPr>
      <p:grpSpPr>
        <a:xfrm>
          <a:off x="0" y="0"/>
          <a:ext cx="0" cy="0"/>
          <a:chOff x="0" y="0"/>
          <a:chExt cx="0" cy="0"/>
        </a:xfrm>
      </p:grpSpPr>
      <p:sp>
        <p:nvSpPr>
          <p:cNvPr id="53" name="Google Shape;53;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54" name="Google Shape;54;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5"/>
        <p:cNvGrpSpPr/>
        <p:nvPr/>
      </p:nvGrpSpPr>
      <p:grpSpPr>
        <a:xfrm>
          <a:off x="0" y="0"/>
          <a:ext cx="0" cy="0"/>
          <a:chOff x="0" y="0"/>
          <a:chExt cx="0" cy="0"/>
        </a:xfrm>
      </p:grpSpPr>
      <p:sp>
        <p:nvSpPr>
          <p:cNvPr id="56" name="Google Shape;5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57" name="Google Shape;57;p1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8" name="Google Shape;58;p1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a:endParaRPr/>
          </a:p>
        </p:txBody>
      </p:sp>
      <p:sp>
        <p:nvSpPr>
          <p:cNvPr id="63" name="Google Shape;63;p2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ctr"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4"/>
        <p:cNvGrpSpPr/>
        <p:nvPr/>
      </p:nvGrpSpPr>
      <p:grpSpPr>
        <a:xfrm>
          <a:off x="0" y="0"/>
          <a:ext cx="0" cy="0"/>
          <a:chOff x="0" y="0"/>
          <a:chExt cx="0" cy="0"/>
        </a:xfrm>
      </p:grpSpPr>
      <p:sp>
        <p:nvSpPr>
          <p:cNvPr id="65" name="Google Shape;65;p2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6"/>
        <p:cNvGrpSpPr/>
        <p:nvPr/>
      </p:nvGrpSpPr>
      <p:grpSpPr>
        <a:xfrm>
          <a:off x="0" y="0"/>
          <a:ext cx="0" cy="0"/>
          <a:chOff x="0" y="0"/>
          <a:chExt cx="0" cy="0"/>
        </a:xfrm>
      </p:grpSpPr>
      <p:sp>
        <p:nvSpPr>
          <p:cNvPr id="67" name="Google Shape;67;p23"/>
          <p:cNvSpPr/>
          <p:nvPr/>
        </p:nvSpPr>
        <p:spPr>
          <a:xfrm>
            <a:off x="4572000" y="-125"/>
            <a:ext cx="4572000" cy="4683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a:endParaRPr/>
          </a:p>
        </p:txBody>
      </p:sp>
      <p:sp>
        <p:nvSpPr>
          <p:cNvPr id="69" name="Google Shape;69;p2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0" name="Google Shape;70;p2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1"/>
        <p:cNvGrpSpPr/>
        <p:nvPr/>
      </p:nvGrpSpPr>
      <p:grpSpPr>
        <a:xfrm>
          <a:off x="0" y="0"/>
          <a:ext cx="0" cy="0"/>
          <a:chOff x="0" y="0"/>
          <a:chExt cx="0" cy="0"/>
        </a:xfrm>
      </p:grpSpPr>
      <p:sp>
        <p:nvSpPr>
          <p:cNvPr id="72" name="Google Shape;72;p2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a:lvl1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3"/>
        <p:cNvGrpSpPr/>
        <p:nvPr/>
      </p:nvGrpSpPr>
      <p:grpSpPr>
        <a:xfrm>
          <a:off x="0" y="0"/>
          <a:ext cx="0" cy="0"/>
          <a:chOff x="0" y="0"/>
          <a:chExt cx="0" cy="0"/>
        </a:xfrm>
      </p:grpSpPr>
      <p:sp>
        <p:nvSpPr>
          <p:cNvPr id="74" name="Google Shape;74;p2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75" name="Google Shape;75;p2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iseño personalizado 1">
  <p:cSld name="CUSTOM_1">
    <p:spTree>
      <p:nvGrpSpPr>
        <p:cNvPr id="1" name="Shape 77"/>
        <p:cNvGrpSpPr/>
        <p:nvPr/>
      </p:nvGrpSpPr>
      <p:grpSpPr>
        <a:xfrm>
          <a:off x="0" y="0"/>
          <a:ext cx="0" cy="0"/>
          <a:chOff x="0" y="0"/>
          <a:chExt cx="0" cy="0"/>
        </a:xfrm>
      </p:grpSpPr>
      <p:sp>
        <p:nvSpPr>
          <p:cNvPr id="78" name="Google Shape;78;p27"/>
          <p:cNvSpPr/>
          <p:nvPr/>
        </p:nvSpPr>
        <p:spPr>
          <a:xfrm>
            <a:off x="-148900" y="-94750"/>
            <a:ext cx="9488400" cy="5360100"/>
          </a:xfrm>
          <a:prstGeom prst="rect">
            <a:avLst/>
          </a:prstGeom>
          <a:solidFill>
            <a:srgbClr val="33383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9" name="Google Shape;79;p27"/>
          <p:cNvPicPr preferRelativeResize="0"/>
          <p:nvPr/>
        </p:nvPicPr>
        <p:blipFill>
          <a:blip r:embed="rId2">
            <a:alphaModFix/>
          </a:blip>
          <a:stretch>
            <a:fillRect/>
          </a:stretch>
        </p:blipFill>
        <p:spPr>
          <a:xfrm>
            <a:off x="3241700" y="2367187"/>
            <a:ext cx="2355801" cy="56152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Portada">
  <p:cSld name="CUSTOM">
    <p:bg>
      <p:bgPr>
        <a:blipFill>
          <a:blip r:embed="rId2">
            <a:alphaModFix/>
          </a:blip>
          <a:stretch>
            <a:fillRect/>
          </a:stretch>
        </a:blipFill>
        <a:effectLst/>
      </p:bgPr>
    </p:bg>
    <p:spTree>
      <p:nvGrpSpPr>
        <p:cNvPr id="1" name="Shape 80"/>
        <p:cNvGrpSpPr/>
        <p:nvPr/>
      </p:nvGrpSpPr>
      <p:grpSpPr>
        <a:xfrm>
          <a:off x="0" y="0"/>
          <a:ext cx="0" cy="0"/>
          <a:chOff x="0" y="0"/>
          <a:chExt cx="0" cy="0"/>
        </a:xfrm>
      </p:grpSpPr>
      <p:sp>
        <p:nvSpPr>
          <p:cNvPr id="81" name="Google Shape;81;p28"/>
          <p:cNvSpPr txBox="1">
            <a:spLocks noGrp="1"/>
          </p:cNvSpPr>
          <p:nvPr>
            <p:ph type="title"/>
          </p:nvPr>
        </p:nvSpPr>
        <p:spPr>
          <a:xfrm>
            <a:off x="3519224" y="988675"/>
            <a:ext cx="5237700" cy="286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None/>
              <a:defRPr sz="5000" b="1">
                <a:solidFill>
                  <a:srgbClr val="FFFFFF"/>
                </a:solidFill>
                <a:latin typeface="Rajdhani"/>
                <a:ea typeface="Rajdhani"/>
                <a:cs typeface="Rajdhani"/>
                <a:sym typeface="Rajdhani"/>
              </a:defRPr>
            </a:lvl1pPr>
            <a:lvl2pPr lvl="1" rtl="0">
              <a:spcBef>
                <a:spcPts val="0"/>
              </a:spcBef>
              <a:spcAft>
                <a:spcPts val="0"/>
              </a:spcAft>
              <a:buNone/>
              <a:defRPr sz="5000" b="1">
                <a:solidFill>
                  <a:srgbClr val="FFFFFF"/>
                </a:solidFill>
                <a:latin typeface="Rajdhani"/>
                <a:ea typeface="Rajdhani"/>
                <a:cs typeface="Rajdhani"/>
                <a:sym typeface="Rajdhani"/>
              </a:defRPr>
            </a:lvl2pPr>
            <a:lvl3pPr lvl="2" rtl="0">
              <a:spcBef>
                <a:spcPts val="0"/>
              </a:spcBef>
              <a:spcAft>
                <a:spcPts val="0"/>
              </a:spcAft>
              <a:buNone/>
              <a:defRPr sz="5000" b="1">
                <a:solidFill>
                  <a:srgbClr val="FFFFFF"/>
                </a:solidFill>
                <a:latin typeface="Rajdhani"/>
                <a:ea typeface="Rajdhani"/>
                <a:cs typeface="Rajdhani"/>
                <a:sym typeface="Rajdhani"/>
              </a:defRPr>
            </a:lvl3pPr>
            <a:lvl4pPr lvl="3" rtl="0">
              <a:spcBef>
                <a:spcPts val="0"/>
              </a:spcBef>
              <a:spcAft>
                <a:spcPts val="0"/>
              </a:spcAft>
              <a:buNone/>
              <a:defRPr sz="5000" b="1">
                <a:solidFill>
                  <a:srgbClr val="FFFFFF"/>
                </a:solidFill>
                <a:latin typeface="Rajdhani"/>
                <a:ea typeface="Rajdhani"/>
                <a:cs typeface="Rajdhani"/>
                <a:sym typeface="Rajdhani"/>
              </a:defRPr>
            </a:lvl4pPr>
            <a:lvl5pPr lvl="4" rtl="0">
              <a:spcBef>
                <a:spcPts val="0"/>
              </a:spcBef>
              <a:spcAft>
                <a:spcPts val="0"/>
              </a:spcAft>
              <a:buNone/>
              <a:defRPr sz="5000" b="1">
                <a:solidFill>
                  <a:srgbClr val="FFFFFF"/>
                </a:solidFill>
                <a:latin typeface="Rajdhani"/>
                <a:ea typeface="Rajdhani"/>
                <a:cs typeface="Rajdhani"/>
                <a:sym typeface="Rajdhani"/>
              </a:defRPr>
            </a:lvl5pPr>
            <a:lvl6pPr lvl="5" rtl="0">
              <a:spcBef>
                <a:spcPts val="0"/>
              </a:spcBef>
              <a:spcAft>
                <a:spcPts val="0"/>
              </a:spcAft>
              <a:buNone/>
              <a:defRPr sz="5000" b="1">
                <a:solidFill>
                  <a:srgbClr val="FFFFFF"/>
                </a:solidFill>
                <a:latin typeface="Rajdhani"/>
                <a:ea typeface="Rajdhani"/>
                <a:cs typeface="Rajdhani"/>
                <a:sym typeface="Rajdhani"/>
              </a:defRPr>
            </a:lvl6pPr>
            <a:lvl7pPr lvl="6" rtl="0">
              <a:spcBef>
                <a:spcPts val="0"/>
              </a:spcBef>
              <a:spcAft>
                <a:spcPts val="0"/>
              </a:spcAft>
              <a:buNone/>
              <a:defRPr sz="5000" b="1">
                <a:solidFill>
                  <a:srgbClr val="FFFFFF"/>
                </a:solidFill>
                <a:latin typeface="Rajdhani"/>
                <a:ea typeface="Rajdhani"/>
                <a:cs typeface="Rajdhani"/>
                <a:sym typeface="Rajdhani"/>
              </a:defRPr>
            </a:lvl7pPr>
            <a:lvl8pPr lvl="7" rtl="0">
              <a:spcBef>
                <a:spcPts val="0"/>
              </a:spcBef>
              <a:spcAft>
                <a:spcPts val="0"/>
              </a:spcAft>
              <a:buNone/>
              <a:defRPr sz="5000" b="1">
                <a:solidFill>
                  <a:srgbClr val="FFFFFF"/>
                </a:solidFill>
                <a:latin typeface="Rajdhani"/>
                <a:ea typeface="Rajdhani"/>
                <a:cs typeface="Rajdhani"/>
                <a:sym typeface="Rajdhani"/>
              </a:defRPr>
            </a:lvl8pPr>
            <a:lvl9pPr lvl="8" rtl="0">
              <a:spcBef>
                <a:spcPts val="0"/>
              </a:spcBef>
              <a:spcAft>
                <a:spcPts val="0"/>
              </a:spcAft>
              <a:buNone/>
              <a:defRPr sz="5000" b="1">
                <a:solidFill>
                  <a:srgbClr val="FFFFFF"/>
                </a:solidFill>
                <a:latin typeface="Rajdhani"/>
                <a:ea typeface="Rajdhani"/>
                <a:cs typeface="Rajdhani"/>
                <a:sym typeface="Rajdhani"/>
              </a:defRPr>
            </a:lvl9pPr>
          </a:lstStyle>
          <a:p>
            <a:endParaRPr/>
          </a:p>
        </p:txBody>
      </p:sp>
      <p:pic>
        <p:nvPicPr>
          <p:cNvPr id="82" name="Google Shape;82;p28"/>
          <p:cNvPicPr preferRelativeResize="0"/>
          <p:nvPr/>
        </p:nvPicPr>
        <p:blipFill rotWithShape="1">
          <a:blip r:embed="rId3">
            <a:alphaModFix/>
          </a:blip>
          <a:srcRect l="5658" r="5649"/>
          <a:stretch/>
        </p:blipFill>
        <p:spPr>
          <a:xfrm>
            <a:off x="5888950" y="3624550"/>
            <a:ext cx="2675822" cy="11179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cxnSp>
        <p:nvCxnSpPr>
          <p:cNvPr id="6" name="Google Shape;6;p1"/>
          <p:cNvCxnSpPr/>
          <p:nvPr/>
        </p:nvCxnSpPr>
        <p:spPr>
          <a:xfrm rot="10800000" flipH="1">
            <a:off x="-15600" y="4860825"/>
            <a:ext cx="9175200" cy="5400"/>
          </a:xfrm>
          <a:prstGeom prst="straightConnector1">
            <a:avLst/>
          </a:prstGeom>
          <a:noFill/>
          <a:ln w="9525" cap="flat" cmpd="sng">
            <a:solidFill>
              <a:srgbClr val="FCD8D6"/>
            </a:solidFill>
            <a:prstDash val="dot"/>
            <a:round/>
            <a:headEnd type="none" w="med" len="med"/>
            <a:tailEnd type="none" w="med" len="med"/>
          </a:ln>
        </p:spPr>
      </p:cxnSp>
      <p:sp>
        <p:nvSpPr>
          <p:cNvPr id="7" name="Google Shape;7;p1"/>
          <p:cNvSpPr/>
          <p:nvPr/>
        </p:nvSpPr>
        <p:spPr>
          <a:xfrm>
            <a:off x="-15600" y="4856100"/>
            <a:ext cx="9175200" cy="332100"/>
          </a:xfrm>
          <a:prstGeom prst="rect">
            <a:avLst/>
          </a:prstGeom>
          <a:solidFill>
            <a:srgbClr val="EC1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txBox="1"/>
          <p:nvPr/>
        </p:nvSpPr>
        <p:spPr>
          <a:xfrm>
            <a:off x="111657" y="4953600"/>
            <a:ext cx="2187900" cy="137100"/>
          </a:xfrm>
          <a:prstGeom prst="rect">
            <a:avLst/>
          </a:prstGeom>
          <a:noFill/>
          <a:ln>
            <a:noFill/>
          </a:ln>
        </p:spPr>
        <p:txBody>
          <a:bodyPr spcFirstLastPara="1" wrap="square" lIns="45725" tIns="22850" rIns="45725" bIns="22850" anchor="ctr" anchorCtr="0">
            <a:noAutofit/>
          </a:bodyPr>
          <a:lstStyle/>
          <a:p>
            <a:pPr marL="0" lvl="0" indent="0" algn="l" rtl="0">
              <a:spcBef>
                <a:spcPts val="0"/>
              </a:spcBef>
              <a:spcAft>
                <a:spcPts val="0"/>
              </a:spcAft>
              <a:buNone/>
            </a:pPr>
            <a:r>
              <a:rPr lang="es" sz="900">
                <a:solidFill>
                  <a:srgbClr val="FFFFFF"/>
                </a:solidFill>
                <a:latin typeface="Open Sans"/>
                <a:ea typeface="Open Sans"/>
                <a:cs typeface="Open Sans"/>
                <a:sym typeface="Open Sans"/>
              </a:rPr>
              <a:t>Armado de computadoras</a:t>
            </a:r>
            <a:endParaRPr sz="900">
              <a:solidFill>
                <a:srgbClr val="FFFFFF"/>
              </a:solidFill>
              <a:latin typeface="Open Sans"/>
              <a:ea typeface="Open Sans"/>
              <a:cs typeface="Open Sans"/>
              <a:sym typeface="Open Sans"/>
            </a:endParaRPr>
          </a:p>
        </p:txBody>
      </p:sp>
      <p:pic>
        <p:nvPicPr>
          <p:cNvPr id="9" name="Google Shape;9;p1"/>
          <p:cNvPicPr preferRelativeResize="0"/>
          <p:nvPr/>
        </p:nvPicPr>
        <p:blipFill>
          <a:blip r:embed="rId15">
            <a:alphaModFix/>
          </a:blip>
          <a:stretch>
            <a:fillRect/>
          </a:stretch>
        </p:blipFill>
        <p:spPr>
          <a:xfrm>
            <a:off x="8074225" y="4931037"/>
            <a:ext cx="764551" cy="18222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4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slide" Target="slide21.xml"/><Relationship Id="rId4" Type="http://schemas.openxmlformats.org/officeDocument/2006/relationships/slide" Target="slide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29"/>
          <p:cNvSpPr txBox="1"/>
          <p:nvPr/>
        </p:nvSpPr>
        <p:spPr>
          <a:xfrm>
            <a:off x="4037275" y="986400"/>
            <a:ext cx="4525800" cy="3170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Clr>
                <a:schemeClr val="dk1"/>
              </a:buClr>
              <a:buSzPts val="1100"/>
              <a:buFont typeface="Arial"/>
              <a:buNone/>
            </a:pPr>
            <a:r>
              <a:rPr lang="es" sz="4900" b="1">
                <a:solidFill>
                  <a:schemeClr val="lt1"/>
                </a:solidFill>
                <a:latin typeface="Rajdhani"/>
                <a:ea typeface="Rajdhani"/>
                <a:cs typeface="Rajdhani"/>
                <a:sym typeface="Rajdhani"/>
              </a:rPr>
              <a:t>Armado de  computadoras</a:t>
            </a:r>
            <a:endParaRPr sz="4900" b="1">
              <a:solidFill>
                <a:schemeClr val="lt1"/>
              </a:solidFill>
              <a:latin typeface="Rajdhani"/>
              <a:ea typeface="Rajdhani"/>
              <a:cs typeface="Rajdhani"/>
              <a:sym typeface="Rajdhani"/>
            </a:endParaRPr>
          </a:p>
          <a:p>
            <a:pPr marL="0" lvl="0" indent="0" algn="r" rtl="0">
              <a:spcBef>
                <a:spcPts val="0"/>
              </a:spcBef>
              <a:spcAft>
                <a:spcPts val="0"/>
              </a:spcAft>
              <a:buClr>
                <a:schemeClr val="dk1"/>
              </a:buClr>
              <a:buSzPts val="1100"/>
              <a:buFont typeface="Arial"/>
              <a:buNone/>
            </a:pPr>
            <a:endParaRPr sz="5000" b="1">
              <a:solidFill>
                <a:schemeClr val="lt1"/>
              </a:solidFill>
              <a:latin typeface="Rajdhani"/>
              <a:ea typeface="Rajdhani"/>
              <a:cs typeface="Rajdhani"/>
              <a:sym typeface="Rajdhani"/>
            </a:endParaRPr>
          </a:p>
          <a:p>
            <a:pPr marL="0" marR="0" lvl="0" indent="0" algn="r" rtl="0">
              <a:lnSpc>
                <a:spcPct val="100000"/>
              </a:lnSpc>
              <a:spcBef>
                <a:spcPts val="0"/>
              </a:spcBef>
              <a:spcAft>
                <a:spcPts val="0"/>
              </a:spcAft>
              <a:buNone/>
            </a:pPr>
            <a:endParaRPr sz="4600" b="1">
              <a:solidFill>
                <a:srgbClr val="FFFFFF"/>
              </a:solidFill>
              <a:latin typeface="Rajdhani"/>
              <a:ea typeface="Rajdhani"/>
              <a:cs typeface="Rajdhani"/>
              <a:sym typeface="Rajdhan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sp>
        <p:nvSpPr>
          <p:cNvPr id="92" name="Google Shape;92;p30"/>
          <p:cNvSpPr txBox="1"/>
          <p:nvPr/>
        </p:nvSpPr>
        <p:spPr>
          <a:xfrm>
            <a:off x="3897550" y="1527975"/>
            <a:ext cx="4856400" cy="3067200"/>
          </a:xfrm>
          <a:prstGeom prst="rect">
            <a:avLst/>
          </a:prstGeom>
          <a:noFill/>
          <a:ln>
            <a:noFill/>
          </a:ln>
        </p:spPr>
        <p:txBody>
          <a:bodyPr spcFirstLastPara="1" wrap="square" lIns="91425" tIns="45700" rIns="91425" bIns="45700" anchor="ctr" anchorCtr="0">
            <a:noAutofit/>
          </a:bodyPr>
          <a:lstStyle/>
          <a:p>
            <a:pPr marL="457200" lvl="0" indent="-355600" algn="l" rtl="0">
              <a:lnSpc>
                <a:spcPct val="130000"/>
              </a:lnSpc>
              <a:spcBef>
                <a:spcPts val="0"/>
              </a:spcBef>
              <a:spcAft>
                <a:spcPts val="0"/>
              </a:spcAft>
              <a:buClr>
                <a:srgbClr val="434343"/>
              </a:buClr>
              <a:buSzPts val="2000"/>
              <a:buFont typeface="Open Sans"/>
              <a:buAutoNum type="arabicPeriod"/>
            </a:pPr>
            <a:r>
              <a:rPr lang="es" sz="2000" b="1" u="sng">
                <a:solidFill>
                  <a:schemeClr val="hlink"/>
                </a:solidFill>
                <a:latin typeface="Open Sans"/>
                <a:ea typeface="Open Sans"/>
                <a:cs typeface="Open Sans"/>
                <a:sym typeface="Open Sans"/>
                <a:hlinkClick r:id="" action="ppaction://hlinkshowjump?jump=nextslide"/>
              </a:rPr>
              <a:t>Consigna</a:t>
            </a:r>
            <a:endParaRPr sz="2000" b="1">
              <a:solidFill>
                <a:srgbClr val="434343"/>
              </a:solidFill>
              <a:latin typeface="Open Sans"/>
              <a:ea typeface="Open Sans"/>
              <a:cs typeface="Open Sans"/>
              <a:sym typeface="Open Sans"/>
            </a:endParaRPr>
          </a:p>
          <a:p>
            <a:pPr marL="457200" lvl="0" indent="-355600" algn="l" rtl="0">
              <a:lnSpc>
                <a:spcPct val="130000"/>
              </a:lnSpc>
              <a:spcBef>
                <a:spcPts val="0"/>
              </a:spcBef>
              <a:spcAft>
                <a:spcPts val="0"/>
              </a:spcAft>
              <a:buClr>
                <a:srgbClr val="434343"/>
              </a:buClr>
              <a:buSzPts val="2000"/>
              <a:buFont typeface="Open Sans"/>
              <a:buAutoNum type="arabicPeriod"/>
            </a:pPr>
            <a:r>
              <a:rPr lang="es" sz="2000" b="1" u="sng">
                <a:solidFill>
                  <a:schemeClr val="hlink"/>
                </a:solidFill>
                <a:latin typeface="Open Sans"/>
                <a:ea typeface="Open Sans"/>
                <a:cs typeface="Open Sans"/>
                <a:sym typeface="Open Sans"/>
                <a:hlinkClick r:id="rId3" action="ppaction://hlinksldjump"/>
              </a:rPr>
              <a:t>Detalles</a:t>
            </a:r>
            <a:endParaRPr sz="2000" b="1">
              <a:solidFill>
                <a:srgbClr val="434343"/>
              </a:solidFill>
              <a:latin typeface="Open Sans"/>
              <a:ea typeface="Open Sans"/>
              <a:cs typeface="Open Sans"/>
              <a:sym typeface="Open Sans"/>
            </a:endParaRPr>
          </a:p>
          <a:p>
            <a:pPr marL="457200" lvl="0" indent="-355600" algn="l" rtl="0">
              <a:lnSpc>
                <a:spcPct val="130000"/>
              </a:lnSpc>
              <a:spcBef>
                <a:spcPts val="0"/>
              </a:spcBef>
              <a:spcAft>
                <a:spcPts val="0"/>
              </a:spcAft>
              <a:buClr>
                <a:srgbClr val="434343"/>
              </a:buClr>
              <a:buSzPts val="2000"/>
              <a:buFont typeface="Open Sans"/>
              <a:buAutoNum type="arabicPeriod"/>
            </a:pPr>
            <a:r>
              <a:rPr lang="es" sz="2000" b="1" u="sng">
                <a:solidFill>
                  <a:schemeClr val="hlink"/>
                </a:solidFill>
                <a:latin typeface="Open Sans"/>
                <a:ea typeface="Open Sans"/>
                <a:cs typeface="Open Sans"/>
                <a:sym typeface="Open Sans"/>
                <a:hlinkClick r:id="rId4" action="ppaction://hlinksldjump"/>
              </a:rPr>
              <a:t>Especificaciones de equipos</a:t>
            </a:r>
            <a:endParaRPr sz="2000" b="1">
              <a:solidFill>
                <a:srgbClr val="434343"/>
              </a:solidFill>
              <a:latin typeface="Open Sans"/>
              <a:ea typeface="Open Sans"/>
              <a:cs typeface="Open Sans"/>
              <a:sym typeface="Open Sans"/>
            </a:endParaRPr>
          </a:p>
          <a:p>
            <a:pPr marL="457200" lvl="0" indent="-355600" algn="l" rtl="0">
              <a:lnSpc>
                <a:spcPct val="130000"/>
              </a:lnSpc>
              <a:spcBef>
                <a:spcPts val="0"/>
              </a:spcBef>
              <a:spcAft>
                <a:spcPts val="0"/>
              </a:spcAft>
              <a:buClr>
                <a:srgbClr val="434343"/>
              </a:buClr>
              <a:buSzPts val="2000"/>
              <a:buFont typeface="Open Sans"/>
              <a:buAutoNum type="arabicPeriod"/>
            </a:pPr>
            <a:r>
              <a:rPr lang="es" sz="2000" b="1" u="sng">
                <a:solidFill>
                  <a:schemeClr val="hlink"/>
                </a:solidFill>
                <a:latin typeface="Open Sans"/>
                <a:ea typeface="Open Sans"/>
                <a:cs typeface="Open Sans"/>
                <a:sym typeface="Open Sans"/>
                <a:hlinkClick r:id="rId5" action="ppaction://hlinksldjump"/>
              </a:rPr>
              <a:t>Entrega</a:t>
            </a:r>
            <a:endParaRPr sz="2000" b="1">
              <a:solidFill>
                <a:srgbClr val="434343"/>
              </a:solidFill>
              <a:latin typeface="Open Sans"/>
              <a:ea typeface="Open Sans"/>
              <a:cs typeface="Open Sans"/>
              <a:sym typeface="Open Sans"/>
            </a:endParaRPr>
          </a:p>
          <a:p>
            <a:pPr marL="457200" lvl="0" indent="0" algn="l" rtl="0">
              <a:lnSpc>
                <a:spcPct val="130000"/>
              </a:lnSpc>
              <a:spcBef>
                <a:spcPts val="0"/>
              </a:spcBef>
              <a:spcAft>
                <a:spcPts val="0"/>
              </a:spcAft>
              <a:buNone/>
            </a:pPr>
            <a:endParaRPr sz="2000" b="1">
              <a:solidFill>
                <a:srgbClr val="434343"/>
              </a:solidFill>
              <a:latin typeface="Rajdhani"/>
              <a:ea typeface="Rajdhani"/>
              <a:cs typeface="Rajdhani"/>
              <a:sym typeface="Rajdhani"/>
            </a:endParaRPr>
          </a:p>
        </p:txBody>
      </p:sp>
      <p:sp>
        <p:nvSpPr>
          <p:cNvPr id="93" name="Google Shape;93;p30"/>
          <p:cNvSpPr txBox="1"/>
          <p:nvPr/>
        </p:nvSpPr>
        <p:spPr>
          <a:xfrm>
            <a:off x="1672950" y="2442819"/>
            <a:ext cx="1590300" cy="843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 sz="3100" b="1">
                <a:solidFill>
                  <a:srgbClr val="EC183F"/>
                </a:solidFill>
                <a:latin typeface="Rajdhani"/>
                <a:ea typeface="Rajdhani"/>
                <a:cs typeface="Rajdhani"/>
                <a:sym typeface="Rajdhani"/>
              </a:rPr>
              <a:t>Índice</a:t>
            </a:r>
            <a:endParaRPr sz="2700" b="1">
              <a:solidFill>
                <a:srgbClr val="EC183F"/>
              </a:solidFill>
              <a:latin typeface="Rajdhani"/>
              <a:ea typeface="Rajdhani"/>
              <a:cs typeface="Rajdhani"/>
              <a:sym typeface="Rajdhani"/>
            </a:endParaRPr>
          </a:p>
        </p:txBody>
      </p:sp>
      <p:cxnSp>
        <p:nvCxnSpPr>
          <p:cNvPr id="94" name="Google Shape;94;p30"/>
          <p:cNvCxnSpPr/>
          <p:nvPr/>
        </p:nvCxnSpPr>
        <p:spPr>
          <a:xfrm flipH="1">
            <a:off x="3592750" y="1409375"/>
            <a:ext cx="18900" cy="30333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3383C"/>
        </a:solidFill>
        <a:effectLst/>
      </p:bgPr>
    </p:bg>
    <p:spTree>
      <p:nvGrpSpPr>
        <p:cNvPr id="1" name="Shape 98"/>
        <p:cNvGrpSpPr/>
        <p:nvPr/>
      </p:nvGrpSpPr>
      <p:grpSpPr>
        <a:xfrm>
          <a:off x="0" y="0"/>
          <a:ext cx="0" cy="0"/>
          <a:chOff x="0" y="0"/>
          <a:chExt cx="0" cy="0"/>
        </a:xfrm>
      </p:grpSpPr>
      <p:sp>
        <p:nvSpPr>
          <p:cNvPr id="99" name="Google Shape;99;p31"/>
          <p:cNvSpPr txBox="1"/>
          <p:nvPr/>
        </p:nvSpPr>
        <p:spPr>
          <a:xfrm>
            <a:off x="3609750" y="1495200"/>
            <a:ext cx="3332700" cy="2378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 sz="3700" b="1">
                <a:solidFill>
                  <a:srgbClr val="FFFFFF"/>
                </a:solidFill>
                <a:latin typeface="Rajdhani"/>
                <a:ea typeface="Rajdhani"/>
                <a:cs typeface="Rajdhani"/>
                <a:sym typeface="Rajdhani"/>
              </a:rPr>
              <a:t>Consigna </a:t>
            </a:r>
            <a:endParaRPr sz="3700" b="1">
              <a:solidFill>
                <a:srgbClr val="FFFFFF"/>
              </a:solidFill>
              <a:latin typeface="Rajdhani"/>
              <a:ea typeface="Rajdhani"/>
              <a:cs typeface="Rajdhani"/>
              <a:sym typeface="Rajdhani"/>
            </a:endParaRPr>
          </a:p>
        </p:txBody>
      </p:sp>
      <p:sp>
        <p:nvSpPr>
          <p:cNvPr id="100" name="Google Shape;100;p31"/>
          <p:cNvSpPr txBox="1"/>
          <p:nvPr/>
        </p:nvSpPr>
        <p:spPr>
          <a:xfrm>
            <a:off x="2740403" y="2195563"/>
            <a:ext cx="548700" cy="9774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s" sz="6000" b="1">
                <a:solidFill>
                  <a:srgbClr val="FFFFFF"/>
                </a:solidFill>
                <a:latin typeface="Rajdhani"/>
                <a:ea typeface="Rajdhani"/>
                <a:cs typeface="Rajdhani"/>
                <a:sym typeface="Rajdhani"/>
              </a:rPr>
              <a:t>1</a:t>
            </a:r>
            <a:endParaRPr sz="6000" b="1">
              <a:solidFill>
                <a:srgbClr val="FFFFFF"/>
              </a:solidFill>
              <a:latin typeface="Rajdhani"/>
              <a:ea typeface="Rajdhani"/>
              <a:cs typeface="Rajdhani"/>
              <a:sym typeface="Rajdhani"/>
            </a:endParaRPr>
          </a:p>
        </p:txBody>
      </p:sp>
      <p:sp>
        <p:nvSpPr>
          <p:cNvPr id="101" name="Google Shape;101;p31"/>
          <p:cNvSpPr/>
          <p:nvPr/>
        </p:nvSpPr>
        <p:spPr>
          <a:xfrm>
            <a:off x="3438450" y="2141125"/>
            <a:ext cx="18600" cy="108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2"/>
          <p:cNvSpPr txBox="1"/>
          <p:nvPr/>
        </p:nvSpPr>
        <p:spPr>
          <a:xfrm>
            <a:off x="626825" y="1458250"/>
            <a:ext cx="4311600" cy="2595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s" sz="1600">
                <a:solidFill>
                  <a:srgbClr val="434343"/>
                </a:solidFill>
                <a:latin typeface="Open Sans"/>
                <a:ea typeface="Open Sans"/>
                <a:cs typeface="Open Sans"/>
                <a:sym typeface="Open Sans"/>
              </a:rPr>
              <a:t>En base a lo aprendido de toda la estructura de computadoras, vamos a proceder a armar diferentes computadoras en base a necesidades de uso determinadas y compatibilidades entre sus diferentes componentes.</a:t>
            </a:r>
            <a:endParaRPr sz="16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r>
              <a:rPr lang="es" sz="1600">
                <a:solidFill>
                  <a:srgbClr val="434343"/>
                </a:solidFill>
                <a:latin typeface="Open Sans"/>
                <a:ea typeface="Open Sans"/>
                <a:cs typeface="Open Sans"/>
                <a:sym typeface="Open Sans"/>
              </a:rPr>
              <a:t>Vamos a armar 9 computadoras de 3 gamas diferentes (gama alta, media y baja) en donde habrá que determinar los componentes compatibles a cada uno.</a:t>
            </a:r>
            <a:endParaRPr sz="16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endParaRPr>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endParaRPr sz="1600">
              <a:solidFill>
                <a:srgbClr val="434343"/>
              </a:solidFill>
              <a:latin typeface="Open Sans"/>
              <a:ea typeface="Open Sans"/>
              <a:cs typeface="Open Sans"/>
              <a:sym typeface="Open Sans"/>
            </a:endParaRPr>
          </a:p>
        </p:txBody>
      </p:sp>
      <p:sp>
        <p:nvSpPr>
          <p:cNvPr id="107" name="Google Shape;107;p32"/>
          <p:cNvSpPr txBox="1"/>
          <p:nvPr/>
        </p:nvSpPr>
        <p:spPr>
          <a:xfrm>
            <a:off x="616575" y="608150"/>
            <a:ext cx="31164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Consigna</a:t>
            </a:r>
            <a:endParaRPr sz="3000" b="1">
              <a:solidFill>
                <a:srgbClr val="EC183F"/>
              </a:solidFill>
              <a:latin typeface="Rajdhani"/>
              <a:ea typeface="Rajdhani"/>
              <a:cs typeface="Rajdhani"/>
              <a:sym typeface="Rajdhani"/>
            </a:endParaRPr>
          </a:p>
        </p:txBody>
      </p:sp>
      <p:pic>
        <p:nvPicPr>
          <p:cNvPr id="108" name="Google Shape;108;p32"/>
          <p:cNvPicPr preferRelativeResize="0"/>
          <p:nvPr/>
        </p:nvPicPr>
        <p:blipFill>
          <a:blip r:embed="rId3">
            <a:alphaModFix/>
          </a:blip>
          <a:stretch>
            <a:fillRect/>
          </a:stretch>
        </p:blipFill>
        <p:spPr>
          <a:xfrm>
            <a:off x="4165575" y="1798678"/>
            <a:ext cx="5183201" cy="2915548"/>
          </a:xfrm>
          <a:prstGeom prst="rect">
            <a:avLst/>
          </a:prstGeom>
          <a:noFill/>
          <a:ln>
            <a:noFill/>
          </a:ln>
        </p:spPr>
      </p:pic>
      <p:pic>
        <p:nvPicPr>
          <p:cNvPr id="109" name="Google Shape;109;p32"/>
          <p:cNvPicPr preferRelativeResize="0"/>
          <p:nvPr/>
        </p:nvPicPr>
        <p:blipFill>
          <a:blip r:embed="rId4">
            <a:alphaModFix/>
          </a:blip>
          <a:stretch>
            <a:fillRect/>
          </a:stretch>
        </p:blipFill>
        <p:spPr>
          <a:xfrm>
            <a:off x="4881449" y="1290212"/>
            <a:ext cx="1951852" cy="1097899"/>
          </a:xfrm>
          <a:prstGeom prst="rect">
            <a:avLst/>
          </a:prstGeom>
          <a:noFill/>
          <a:ln>
            <a:noFill/>
          </a:ln>
        </p:spPr>
      </p:pic>
      <p:pic>
        <p:nvPicPr>
          <p:cNvPr id="110" name="Google Shape;110;p32"/>
          <p:cNvPicPr preferRelativeResize="0"/>
          <p:nvPr/>
        </p:nvPicPr>
        <p:blipFill>
          <a:blip r:embed="rId5">
            <a:alphaModFix/>
          </a:blip>
          <a:stretch>
            <a:fillRect/>
          </a:stretch>
        </p:blipFill>
        <p:spPr>
          <a:xfrm>
            <a:off x="5801575" y="962650"/>
            <a:ext cx="3116401" cy="17530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3383C"/>
        </a:solidFill>
        <a:effectLst/>
      </p:bgPr>
    </p:bg>
    <p:spTree>
      <p:nvGrpSpPr>
        <p:cNvPr id="1" name="Shape 114"/>
        <p:cNvGrpSpPr/>
        <p:nvPr/>
      </p:nvGrpSpPr>
      <p:grpSpPr>
        <a:xfrm>
          <a:off x="0" y="0"/>
          <a:ext cx="0" cy="0"/>
          <a:chOff x="0" y="0"/>
          <a:chExt cx="0" cy="0"/>
        </a:xfrm>
      </p:grpSpPr>
      <p:sp>
        <p:nvSpPr>
          <p:cNvPr id="115" name="Google Shape;115;p33"/>
          <p:cNvSpPr txBox="1"/>
          <p:nvPr/>
        </p:nvSpPr>
        <p:spPr>
          <a:xfrm>
            <a:off x="3609750" y="1495200"/>
            <a:ext cx="3396000" cy="2378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 sz="3700" b="1">
                <a:solidFill>
                  <a:srgbClr val="FFFFFF"/>
                </a:solidFill>
                <a:latin typeface="Rajdhani"/>
                <a:ea typeface="Rajdhani"/>
                <a:cs typeface="Rajdhani"/>
                <a:sym typeface="Rajdhani"/>
              </a:rPr>
              <a:t>Detalles</a:t>
            </a:r>
            <a:endParaRPr sz="3700" b="1">
              <a:solidFill>
                <a:srgbClr val="FFFFFF"/>
              </a:solidFill>
              <a:latin typeface="Rajdhani"/>
              <a:ea typeface="Rajdhani"/>
              <a:cs typeface="Rajdhani"/>
              <a:sym typeface="Rajdhani"/>
            </a:endParaRPr>
          </a:p>
        </p:txBody>
      </p:sp>
      <p:sp>
        <p:nvSpPr>
          <p:cNvPr id="116" name="Google Shape;116;p33"/>
          <p:cNvSpPr txBox="1"/>
          <p:nvPr/>
        </p:nvSpPr>
        <p:spPr>
          <a:xfrm>
            <a:off x="2740403" y="2195563"/>
            <a:ext cx="548700" cy="9774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s" sz="6000" b="1">
                <a:solidFill>
                  <a:srgbClr val="FFFFFF"/>
                </a:solidFill>
                <a:latin typeface="Rajdhani"/>
                <a:ea typeface="Rajdhani"/>
                <a:cs typeface="Rajdhani"/>
                <a:sym typeface="Rajdhani"/>
              </a:rPr>
              <a:t>2</a:t>
            </a:r>
            <a:endParaRPr sz="6000" b="1">
              <a:solidFill>
                <a:srgbClr val="FFFFFF"/>
              </a:solidFill>
              <a:latin typeface="Rajdhani"/>
              <a:ea typeface="Rajdhani"/>
              <a:cs typeface="Rajdhani"/>
              <a:sym typeface="Rajdhani"/>
            </a:endParaRPr>
          </a:p>
        </p:txBody>
      </p:sp>
      <p:sp>
        <p:nvSpPr>
          <p:cNvPr id="117" name="Google Shape;117;p33"/>
          <p:cNvSpPr/>
          <p:nvPr/>
        </p:nvSpPr>
        <p:spPr>
          <a:xfrm>
            <a:off x="3438450" y="2141125"/>
            <a:ext cx="18600" cy="108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4"/>
          <p:cNvSpPr txBox="1"/>
          <p:nvPr/>
        </p:nvSpPr>
        <p:spPr>
          <a:xfrm>
            <a:off x="616625" y="614050"/>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Detalles de armado</a:t>
            </a:r>
            <a:endParaRPr sz="3000" b="1">
              <a:solidFill>
                <a:srgbClr val="EC183F"/>
              </a:solidFill>
              <a:latin typeface="Rajdhani"/>
              <a:ea typeface="Rajdhani"/>
              <a:cs typeface="Rajdhani"/>
              <a:sym typeface="Rajdhani"/>
            </a:endParaRPr>
          </a:p>
        </p:txBody>
      </p:sp>
      <p:sp>
        <p:nvSpPr>
          <p:cNvPr id="123" name="Google Shape;123;p34"/>
          <p:cNvSpPr txBox="1"/>
          <p:nvPr/>
        </p:nvSpPr>
        <p:spPr>
          <a:xfrm>
            <a:off x="626875" y="1468150"/>
            <a:ext cx="4058400" cy="3255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s" sz="1600">
                <a:solidFill>
                  <a:srgbClr val="434343"/>
                </a:solidFill>
                <a:latin typeface="Open Sans"/>
                <a:ea typeface="Open Sans"/>
                <a:cs typeface="Open Sans"/>
                <a:sym typeface="Open Sans"/>
              </a:rPr>
              <a:t>Para el armado vamos a tener un cuadro de especificaciones donde tendremos separado.</a:t>
            </a:r>
            <a:endParaRPr sz="16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endParaRPr sz="1600">
              <a:solidFill>
                <a:srgbClr val="434343"/>
              </a:solidFill>
              <a:latin typeface="Open Sans"/>
              <a:ea typeface="Open Sans"/>
              <a:cs typeface="Open Sans"/>
              <a:sym typeface="Open Sans"/>
            </a:endParaRPr>
          </a:p>
          <a:p>
            <a:pPr marL="457200" lvl="0" indent="-330200" algn="l" rtl="0">
              <a:lnSpc>
                <a:spcPct val="150000"/>
              </a:lnSpc>
              <a:spcBef>
                <a:spcPts val="0"/>
              </a:spcBef>
              <a:spcAft>
                <a:spcPts val="0"/>
              </a:spcAft>
              <a:buClr>
                <a:srgbClr val="434343"/>
              </a:buClr>
              <a:buSzPts val="1600"/>
              <a:buFont typeface="Open Sans"/>
              <a:buChar char="●"/>
            </a:pPr>
            <a:r>
              <a:rPr lang="es" sz="1600">
                <a:solidFill>
                  <a:srgbClr val="434343"/>
                </a:solidFill>
                <a:latin typeface="Open Sans"/>
                <a:ea typeface="Open Sans"/>
                <a:cs typeface="Open Sans"/>
                <a:sym typeface="Open Sans"/>
              </a:rPr>
              <a:t>Procesador</a:t>
            </a:r>
            <a:endParaRPr sz="1600">
              <a:solidFill>
                <a:srgbClr val="434343"/>
              </a:solidFill>
              <a:latin typeface="Open Sans"/>
              <a:ea typeface="Open Sans"/>
              <a:cs typeface="Open Sans"/>
              <a:sym typeface="Open Sans"/>
            </a:endParaRPr>
          </a:p>
          <a:p>
            <a:pPr marL="457200" lvl="0" indent="-330200" algn="l" rtl="0">
              <a:lnSpc>
                <a:spcPct val="150000"/>
              </a:lnSpc>
              <a:spcBef>
                <a:spcPts val="0"/>
              </a:spcBef>
              <a:spcAft>
                <a:spcPts val="0"/>
              </a:spcAft>
              <a:buClr>
                <a:srgbClr val="434343"/>
              </a:buClr>
              <a:buSzPts val="1600"/>
              <a:buFont typeface="Open Sans"/>
              <a:buChar char="●"/>
            </a:pPr>
            <a:r>
              <a:rPr lang="es" sz="1600">
                <a:solidFill>
                  <a:srgbClr val="434343"/>
                </a:solidFill>
                <a:latin typeface="Open Sans"/>
                <a:ea typeface="Open Sans"/>
                <a:cs typeface="Open Sans"/>
                <a:sym typeface="Open Sans"/>
              </a:rPr>
              <a:t>Placa madre</a:t>
            </a:r>
            <a:endParaRPr sz="1600">
              <a:solidFill>
                <a:srgbClr val="434343"/>
              </a:solidFill>
              <a:latin typeface="Open Sans"/>
              <a:ea typeface="Open Sans"/>
              <a:cs typeface="Open Sans"/>
              <a:sym typeface="Open Sans"/>
            </a:endParaRPr>
          </a:p>
          <a:p>
            <a:pPr marL="457200" lvl="0" indent="-330200" algn="l" rtl="0">
              <a:lnSpc>
                <a:spcPct val="150000"/>
              </a:lnSpc>
              <a:spcBef>
                <a:spcPts val="0"/>
              </a:spcBef>
              <a:spcAft>
                <a:spcPts val="0"/>
              </a:spcAft>
              <a:buClr>
                <a:srgbClr val="434343"/>
              </a:buClr>
              <a:buSzPts val="1600"/>
              <a:buFont typeface="Open Sans"/>
              <a:buChar char="●"/>
            </a:pPr>
            <a:r>
              <a:rPr lang="es" sz="1600">
                <a:solidFill>
                  <a:srgbClr val="434343"/>
                </a:solidFill>
                <a:latin typeface="Open Sans"/>
                <a:ea typeface="Open Sans"/>
                <a:cs typeface="Open Sans"/>
                <a:sym typeface="Open Sans"/>
              </a:rPr>
              <a:t>Memoria primaria</a:t>
            </a:r>
            <a:endParaRPr sz="1600">
              <a:solidFill>
                <a:srgbClr val="434343"/>
              </a:solidFill>
              <a:latin typeface="Open Sans"/>
              <a:ea typeface="Open Sans"/>
              <a:cs typeface="Open Sans"/>
              <a:sym typeface="Open Sans"/>
            </a:endParaRPr>
          </a:p>
          <a:p>
            <a:pPr marL="457200" lvl="0" indent="-330200" algn="l" rtl="0">
              <a:lnSpc>
                <a:spcPct val="150000"/>
              </a:lnSpc>
              <a:spcBef>
                <a:spcPts val="0"/>
              </a:spcBef>
              <a:spcAft>
                <a:spcPts val="0"/>
              </a:spcAft>
              <a:buClr>
                <a:srgbClr val="434343"/>
              </a:buClr>
              <a:buSzPts val="1600"/>
              <a:buFont typeface="Open Sans"/>
              <a:buChar char="●"/>
            </a:pPr>
            <a:r>
              <a:rPr lang="es" sz="1600">
                <a:solidFill>
                  <a:srgbClr val="434343"/>
                </a:solidFill>
                <a:latin typeface="Open Sans"/>
                <a:ea typeface="Open Sans"/>
                <a:cs typeface="Open Sans"/>
                <a:sym typeface="Open Sans"/>
              </a:rPr>
              <a:t>Memoria secundaria</a:t>
            </a:r>
            <a:endParaRPr sz="1600">
              <a:solidFill>
                <a:srgbClr val="434343"/>
              </a:solidFill>
              <a:latin typeface="Open Sans"/>
              <a:ea typeface="Open Sans"/>
              <a:cs typeface="Open Sans"/>
              <a:sym typeface="Open Sans"/>
            </a:endParaRPr>
          </a:p>
          <a:p>
            <a:pPr marL="457200" lvl="0" indent="-330200" algn="l" rtl="0">
              <a:lnSpc>
                <a:spcPct val="150000"/>
              </a:lnSpc>
              <a:spcBef>
                <a:spcPts val="0"/>
              </a:spcBef>
              <a:spcAft>
                <a:spcPts val="0"/>
              </a:spcAft>
              <a:buClr>
                <a:srgbClr val="434343"/>
              </a:buClr>
              <a:buSzPts val="1600"/>
              <a:buFont typeface="Open Sans"/>
              <a:buChar char="●"/>
            </a:pPr>
            <a:r>
              <a:rPr lang="es" sz="1600">
                <a:solidFill>
                  <a:srgbClr val="434343"/>
                </a:solidFill>
                <a:latin typeface="Open Sans"/>
                <a:ea typeface="Open Sans"/>
                <a:cs typeface="Open Sans"/>
                <a:sym typeface="Open Sans"/>
              </a:rPr>
              <a:t>GPU (si es que fuera necesario)</a:t>
            </a:r>
            <a:endParaRPr sz="16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endParaRPr b="1">
              <a:solidFill>
                <a:srgbClr val="434343"/>
              </a:solidFill>
              <a:latin typeface="Open Sans"/>
              <a:ea typeface="Open Sans"/>
              <a:cs typeface="Open Sans"/>
              <a:sym typeface="Open Sans"/>
            </a:endParaRPr>
          </a:p>
        </p:txBody>
      </p:sp>
      <p:sp>
        <p:nvSpPr>
          <p:cNvPr id="124" name="Google Shape;124;p34"/>
          <p:cNvSpPr txBox="1"/>
          <p:nvPr/>
        </p:nvSpPr>
        <p:spPr>
          <a:xfrm>
            <a:off x="4805000" y="1427450"/>
            <a:ext cx="3789600" cy="238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600">
                <a:solidFill>
                  <a:srgbClr val="434343"/>
                </a:solidFill>
                <a:latin typeface="Open Sans"/>
                <a:ea typeface="Open Sans"/>
                <a:cs typeface="Open Sans"/>
                <a:sym typeface="Open Sans"/>
              </a:rPr>
              <a:t>Deberemos armar </a:t>
            </a:r>
            <a:endParaRPr sz="16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s" sz="1600">
                <a:solidFill>
                  <a:srgbClr val="434343"/>
                </a:solidFill>
                <a:latin typeface="Open Sans"/>
                <a:ea typeface="Open Sans"/>
                <a:cs typeface="Open Sans"/>
                <a:sym typeface="Open Sans"/>
              </a:rPr>
              <a:t>computadoras por gama, donde cada una de estas  serán o compatibles con </a:t>
            </a:r>
            <a:r>
              <a:rPr lang="es" sz="1600" b="1">
                <a:solidFill>
                  <a:srgbClr val="434343"/>
                </a:solidFill>
                <a:latin typeface="Open Sans"/>
                <a:ea typeface="Open Sans"/>
                <a:cs typeface="Open Sans"/>
                <a:sym typeface="Open Sans"/>
              </a:rPr>
              <a:t>Intel</a:t>
            </a:r>
            <a:r>
              <a:rPr lang="es" sz="1600">
                <a:solidFill>
                  <a:srgbClr val="434343"/>
                </a:solidFill>
                <a:latin typeface="Open Sans"/>
                <a:ea typeface="Open Sans"/>
                <a:cs typeface="Open Sans"/>
                <a:sym typeface="Open Sans"/>
              </a:rPr>
              <a:t> o </a:t>
            </a:r>
            <a:r>
              <a:rPr lang="es" sz="1600" b="1">
                <a:solidFill>
                  <a:srgbClr val="434343"/>
                </a:solidFill>
                <a:latin typeface="Open Sans"/>
                <a:ea typeface="Open Sans"/>
                <a:cs typeface="Open Sans"/>
                <a:sym typeface="Open Sans"/>
              </a:rPr>
              <a:t>AMD</a:t>
            </a:r>
            <a:r>
              <a:rPr lang="es" sz="1600">
                <a:solidFill>
                  <a:srgbClr val="434343"/>
                </a:solidFill>
                <a:latin typeface="Open Sans"/>
                <a:ea typeface="Open Sans"/>
                <a:cs typeface="Open Sans"/>
                <a:sym typeface="Open Sans"/>
              </a:rPr>
              <a:t>.</a:t>
            </a:r>
            <a:endParaRPr sz="16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s" sz="1600" b="1">
                <a:solidFill>
                  <a:srgbClr val="434343"/>
                </a:solidFill>
                <a:latin typeface="Open Sans"/>
                <a:ea typeface="Open Sans"/>
                <a:cs typeface="Open Sans"/>
                <a:sym typeface="Open Sans"/>
              </a:rPr>
              <a:t>El tercer ordenador debe ser armado a libre criterio del estudiante.</a:t>
            </a:r>
            <a:endParaRPr sz="1600" b="1">
              <a:solidFill>
                <a:srgbClr val="434343"/>
              </a:solidFill>
              <a:latin typeface="Open Sans"/>
              <a:ea typeface="Open Sans"/>
              <a:cs typeface="Open Sans"/>
              <a:sym typeface="Open Sans"/>
            </a:endParaRPr>
          </a:p>
          <a:p>
            <a:pPr marL="0" lvl="0" indent="0" algn="l" rtl="0">
              <a:spcBef>
                <a:spcPts val="0"/>
              </a:spcBef>
              <a:spcAft>
                <a:spcPts val="0"/>
              </a:spcAft>
              <a:buNone/>
            </a:pPr>
            <a:endParaRPr/>
          </a:p>
        </p:txBody>
      </p:sp>
      <p:pic>
        <p:nvPicPr>
          <p:cNvPr id="125" name="Google Shape;125;p34"/>
          <p:cNvPicPr preferRelativeResize="0"/>
          <p:nvPr/>
        </p:nvPicPr>
        <p:blipFill>
          <a:blip r:embed="rId3">
            <a:alphaModFix/>
          </a:blip>
          <a:stretch>
            <a:fillRect/>
          </a:stretch>
        </p:blipFill>
        <p:spPr>
          <a:xfrm>
            <a:off x="5615718" y="3197050"/>
            <a:ext cx="2899758" cy="1631100"/>
          </a:xfrm>
          <a:prstGeom prst="rect">
            <a:avLst/>
          </a:prstGeom>
          <a:noFill/>
          <a:ln>
            <a:noFill/>
          </a:ln>
        </p:spPr>
      </p:pic>
      <p:pic>
        <p:nvPicPr>
          <p:cNvPr id="126" name="Google Shape;126;p34"/>
          <p:cNvPicPr preferRelativeResize="0"/>
          <p:nvPr/>
        </p:nvPicPr>
        <p:blipFill>
          <a:blip r:embed="rId4">
            <a:alphaModFix/>
          </a:blip>
          <a:stretch>
            <a:fillRect/>
          </a:stretch>
        </p:blipFill>
        <p:spPr>
          <a:xfrm>
            <a:off x="4457075" y="3440613"/>
            <a:ext cx="2164157" cy="12173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35"/>
          <p:cNvSpPr/>
          <p:nvPr/>
        </p:nvSpPr>
        <p:spPr>
          <a:xfrm>
            <a:off x="4852000" y="1624475"/>
            <a:ext cx="3498000" cy="2615700"/>
          </a:xfrm>
          <a:prstGeom prst="roundRect">
            <a:avLst>
              <a:gd name="adj" fmla="val 16667"/>
            </a:avLst>
          </a:prstGeom>
          <a:solidFill>
            <a:srgbClr val="434343"/>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822960" lvl="0" indent="0" algn="l" rtl="0">
              <a:spcBef>
                <a:spcPts val="0"/>
              </a:spcBef>
              <a:spcAft>
                <a:spcPts val="0"/>
              </a:spcAft>
              <a:buNone/>
            </a:pPr>
            <a:endParaRPr sz="1200">
              <a:latin typeface="Open Sans"/>
              <a:ea typeface="Open Sans"/>
              <a:cs typeface="Open Sans"/>
              <a:sym typeface="Open Sans"/>
            </a:endParaRPr>
          </a:p>
          <a:p>
            <a:pPr marL="822960" lvl="0" indent="0" algn="l" rtl="0">
              <a:spcBef>
                <a:spcPts val="0"/>
              </a:spcBef>
              <a:spcAft>
                <a:spcPts val="0"/>
              </a:spcAft>
              <a:buNone/>
            </a:pPr>
            <a:endParaRPr sz="1200">
              <a:latin typeface="Open Sans"/>
              <a:ea typeface="Open Sans"/>
              <a:cs typeface="Open Sans"/>
              <a:sym typeface="Open Sans"/>
            </a:endParaRPr>
          </a:p>
        </p:txBody>
      </p:sp>
      <p:sp>
        <p:nvSpPr>
          <p:cNvPr id="132" name="Google Shape;132;p35"/>
          <p:cNvSpPr txBox="1"/>
          <p:nvPr/>
        </p:nvSpPr>
        <p:spPr>
          <a:xfrm>
            <a:off x="614975" y="615475"/>
            <a:ext cx="18393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Detalles</a:t>
            </a:r>
            <a:endParaRPr sz="3000" b="1">
              <a:solidFill>
                <a:srgbClr val="EC183F"/>
              </a:solidFill>
              <a:latin typeface="Rajdhani"/>
              <a:ea typeface="Rajdhani"/>
              <a:cs typeface="Rajdhani"/>
              <a:sym typeface="Rajdhani"/>
            </a:endParaRPr>
          </a:p>
        </p:txBody>
      </p:sp>
      <p:sp>
        <p:nvSpPr>
          <p:cNvPr id="133" name="Google Shape;133;p35"/>
          <p:cNvSpPr txBox="1"/>
          <p:nvPr/>
        </p:nvSpPr>
        <p:spPr>
          <a:xfrm>
            <a:off x="614975" y="1469575"/>
            <a:ext cx="3765600" cy="2817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s" sz="1700" b="1">
                <a:solidFill>
                  <a:srgbClr val="434343"/>
                </a:solidFill>
                <a:latin typeface="Rajdhani"/>
                <a:ea typeface="Rajdhani"/>
                <a:cs typeface="Rajdhani"/>
                <a:sym typeface="Rajdhani"/>
              </a:rPr>
              <a:t>¿Por qué esta actividad?¿Sirve este ejercicio de armar computadoras?</a:t>
            </a:r>
            <a:endParaRPr sz="1700" b="1">
              <a:solidFill>
                <a:srgbClr val="434343"/>
              </a:solidFill>
              <a:latin typeface="Rajdhani"/>
              <a:ea typeface="Rajdhani"/>
              <a:cs typeface="Rajdhani"/>
              <a:sym typeface="Rajdhani"/>
            </a:endParaRPr>
          </a:p>
          <a:p>
            <a:pPr marL="0" lvl="0" indent="0" algn="l" rtl="0">
              <a:lnSpc>
                <a:spcPct val="115000"/>
              </a:lnSpc>
              <a:spcBef>
                <a:spcPts val="0"/>
              </a:spcBef>
              <a:spcAft>
                <a:spcPts val="0"/>
              </a:spcAft>
              <a:buClr>
                <a:schemeClr val="dk1"/>
              </a:buClr>
              <a:buSzPts val="1100"/>
              <a:buFont typeface="Arial"/>
              <a:buNone/>
            </a:pPr>
            <a:endParaRPr sz="1800" b="1">
              <a:solidFill>
                <a:srgbClr val="434343"/>
              </a:solidFill>
              <a:latin typeface="Rajdhani"/>
              <a:ea typeface="Rajdhani"/>
              <a:cs typeface="Rajdhani"/>
              <a:sym typeface="Rajdhani"/>
            </a:endParaRPr>
          </a:p>
          <a:p>
            <a:pPr marL="0" lvl="0" indent="0" algn="l" rtl="0">
              <a:lnSpc>
                <a:spcPct val="115000"/>
              </a:lnSpc>
              <a:spcBef>
                <a:spcPts val="0"/>
              </a:spcBef>
              <a:spcAft>
                <a:spcPts val="0"/>
              </a:spcAft>
              <a:buClr>
                <a:schemeClr val="dk1"/>
              </a:buClr>
              <a:buSzPts val="1100"/>
              <a:buFont typeface="Arial"/>
              <a:buNone/>
            </a:pPr>
            <a:r>
              <a:rPr lang="es" sz="1600">
                <a:solidFill>
                  <a:srgbClr val="434343"/>
                </a:solidFill>
                <a:latin typeface="Open Sans"/>
                <a:ea typeface="Open Sans"/>
                <a:cs typeface="Open Sans"/>
                <a:sym typeface="Open Sans"/>
              </a:rPr>
              <a:t>A la hora de trabajar en un ambiente laboral, las computadoras son una parte esencial del trabajo día a día, por lo cual la habilidad de poder armar una a base de ciertas especificaciones es una habilidad necesaria para el profesional de IT.</a:t>
            </a:r>
            <a:endParaRPr sz="1600">
              <a:solidFill>
                <a:srgbClr val="434343"/>
              </a:solidFill>
              <a:latin typeface="Open Sans"/>
              <a:ea typeface="Open Sans"/>
              <a:cs typeface="Open Sans"/>
              <a:sym typeface="Open Sans"/>
            </a:endParaRPr>
          </a:p>
          <a:p>
            <a:pPr marL="0" lvl="0" indent="0" algn="just" rtl="0">
              <a:lnSpc>
                <a:spcPct val="150000"/>
              </a:lnSpc>
              <a:spcBef>
                <a:spcPts val="0"/>
              </a:spcBef>
              <a:spcAft>
                <a:spcPts val="0"/>
              </a:spcAft>
              <a:buClr>
                <a:schemeClr val="dk1"/>
              </a:buClr>
              <a:buSzPts val="1100"/>
              <a:buFont typeface="Arial"/>
              <a:buNone/>
            </a:pPr>
            <a:endParaRPr sz="1600">
              <a:solidFill>
                <a:srgbClr val="434343"/>
              </a:solidFill>
              <a:latin typeface="Open Sans"/>
              <a:ea typeface="Open Sans"/>
              <a:cs typeface="Open Sans"/>
              <a:sym typeface="Open Sans"/>
            </a:endParaRPr>
          </a:p>
          <a:p>
            <a:pPr marL="0" lvl="0" indent="0" algn="just" rtl="0">
              <a:lnSpc>
                <a:spcPct val="150000"/>
              </a:lnSpc>
              <a:spcBef>
                <a:spcPts val="0"/>
              </a:spcBef>
              <a:spcAft>
                <a:spcPts val="0"/>
              </a:spcAft>
              <a:buClr>
                <a:schemeClr val="dk1"/>
              </a:buClr>
              <a:buSzPts val="1100"/>
              <a:buFont typeface="Arial"/>
              <a:buNone/>
            </a:pPr>
            <a:endParaRPr sz="1500" b="1">
              <a:solidFill>
                <a:srgbClr val="434343"/>
              </a:solidFill>
              <a:latin typeface="Rajdhani"/>
              <a:ea typeface="Rajdhani"/>
              <a:cs typeface="Rajdhani"/>
              <a:sym typeface="Rajdhani"/>
            </a:endParaRPr>
          </a:p>
          <a:p>
            <a:pPr marL="0" lvl="0" indent="0" algn="just" rtl="0">
              <a:lnSpc>
                <a:spcPct val="150000"/>
              </a:lnSpc>
              <a:spcBef>
                <a:spcPts val="0"/>
              </a:spcBef>
              <a:spcAft>
                <a:spcPts val="0"/>
              </a:spcAft>
              <a:buNone/>
            </a:pPr>
            <a:endParaRPr sz="1500" b="1">
              <a:solidFill>
                <a:srgbClr val="434343"/>
              </a:solidFill>
              <a:latin typeface="Rajdhani"/>
              <a:ea typeface="Rajdhani"/>
              <a:cs typeface="Rajdhani"/>
              <a:sym typeface="Rajdhani"/>
            </a:endParaRPr>
          </a:p>
        </p:txBody>
      </p:sp>
      <p:sp>
        <p:nvSpPr>
          <p:cNvPr id="134" name="Google Shape;134;p35"/>
          <p:cNvSpPr txBox="1"/>
          <p:nvPr/>
        </p:nvSpPr>
        <p:spPr>
          <a:xfrm>
            <a:off x="5082850" y="1767800"/>
            <a:ext cx="3056100" cy="2352000"/>
          </a:xfrm>
          <a:prstGeom prst="rect">
            <a:avLst/>
          </a:prstGeom>
          <a:noFill/>
          <a:ln>
            <a:noFill/>
          </a:ln>
        </p:spPr>
        <p:txBody>
          <a:bodyPr spcFirstLastPara="1" wrap="square" lIns="91425" tIns="91425" rIns="91425" bIns="91425" anchor="t" anchorCtr="0">
            <a:spAutoFit/>
          </a:bodyPr>
          <a:lstStyle/>
          <a:p>
            <a:pPr marL="0" lvl="0" indent="0" algn="l" rtl="0">
              <a:lnSpc>
                <a:spcPct val="130000"/>
              </a:lnSpc>
              <a:spcBef>
                <a:spcPts val="0"/>
              </a:spcBef>
              <a:spcAft>
                <a:spcPts val="0"/>
              </a:spcAft>
              <a:buClr>
                <a:schemeClr val="dk1"/>
              </a:buClr>
              <a:buSzPts val="1100"/>
              <a:buFont typeface="Arial"/>
              <a:buNone/>
            </a:pPr>
            <a:r>
              <a:rPr lang="es" sz="1600">
                <a:solidFill>
                  <a:schemeClr val="lt1"/>
                </a:solidFill>
                <a:latin typeface="Open Sans"/>
                <a:ea typeface="Open Sans"/>
                <a:cs typeface="Open Sans"/>
                <a:sym typeface="Open Sans"/>
              </a:rPr>
              <a:t>Recordemos que para</a:t>
            </a:r>
            <a:endParaRPr sz="1600">
              <a:solidFill>
                <a:schemeClr val="lt1"/>
              </a:solidFill>
              <a:latin typeface="Open Sans"/>
              <a:ea typeface="Open Sans"/>
              <a:cs typeface="Open Sans"/>
              <a:sym typeface="Open Sans"/>
            </a:endParaRPr>
          </a:p>
          <a:p>
            <a:pPr marL="0" lvl="0" indent="0" algn="l" rtl="0">
              <a:lnSpc>
                <a:spcPct val="130000"/>
              </a:lnSpc>
              <a:spcBef>
                <a:spcPts val="0"/>
              </a:spcBef>
              <a:spcAft>
                <a:spcPts val="0"/>
              </a:spcAft>
              <a:buClr>
                <a:schemeClr val="dk1"/>
              </a:buClr>
              <a:buSzPts val="1100"/>
              <a:buFont typeface="Arial"/>
              <a:buNone/>
            </a:pPr>
            <a:r>
              <a:rPr lang="es" sz="1600">
                <a:solidFill>
                  <a:schemeClr val="lt1"/>
                </a:solidFill>
                <a:latin typeface="Open Sans"/>
                <a:ea typeface="Open Sans"/>
                <a:cs typeface="Open Sans"/>
                <a:sym typeface="Open Sans"/>
              </a:rPr>
              <a:t>los diferentes componentes existen ciertas características como los </a:t>
            </a:r>
            <a:r>
              <a:rPr lang="es" sz="1600" b="1">
                <a:solidFill>
                  <a:schemeClr val="lt1"/>
                </a:solidFill>
                <a:latin typeface="Open Sans"/>
                <a:ea typeface="Open Sans"/>
                <a:cs typeface="Open Sans"/>
                <a:sym typeface="Open Sans"/>
              </a:rPr>
              <a:t>sockets, frecuencia y conectores</a:t>
            </a:r>
            <a:r>
              <a:rPr lang="es" sz="1600">
                <a:solidFill>
                  <a:schemeClr val="lt1"/>
                </a:solidFill>
                <a:latin typeface="Open Sans"/>
                <a:ea typeface="Open Sans"/>
                <a:cs typeface="Open Sans"/>
                <a:sym typeface="Open Sans"/>
              </a:rPr>
              <a:t>, los cuales hay que tener </a:t>
            </a:r>
            <a:r>
              <a:rPr lang="es" sz="1600" b="1">
                <a:solidFill>
                  <a:schemeClr val="lt1"/>
                </a:solidFill>
                <a:latin typeface="Open Sans"/>
                <a:ea typeface="Open Sans"/>
                <a:cs typeface="Open Sans"/>
                <a:sym typeface="Open Sans"/>
              </a:rPr>
              <a:t>en cuenta </a:t>
            </a:r>
            <a:r>
              <a:rPr lang="es" sz="1600">
                <a:solidFill>
                  <a:schemeClr val="lt1"/>
                </a:solidFill>
                <a:latin typeface="Open Sans"/>
                <a:ea typeface="Open Sans"/>
                <a:cs typeface="Open Sans"/>
                <a:sym typeface="Open Sans"/>
              </a:rPr>
              <a:t>para la compatibilidad.</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3383C"/>
        </a:solidFill>
        <a:effectLst/>
      </p:bgPr>
    </p:bg>
    <p:spTree>
      <p:nvGrpSpPr>
        <p:cNvPr id="1" name="Shape 138"/>
        <p:cNvGrpSpPr/>
        <p:nvPr/>
      </p:nvGrpSpPr>
      <p:grpSpPr>
        <a:xfrm>
          <a:off x="0" y="0"/>
          <a:ext cx="0" cy="0"/>
          <a:chOff x="0" y="0"/>
          <a:chExt cx="0" cy="0"/>
        </a:xfrm>
      </p:grpSpPr>
      <p:sp>
        <p:nvSpPr>
          <p:cNvPr id="139" name="Google Shape;139;p36"/>
          <p:cNvSpPr txBox="1"/>
          <p:nvPr/>
        </p:nvSpPr>
        <p:spPr>
          <a:xfrm>
            <a:off x="3609750" y="1495200"/>
            <a:ext cx="4808400" cy="2378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 sz="3700" b="1">
                <a:solidFill>
                  <a:srgbClr val="FFFFFF"/>
                </a:solidFill>
                <a:latin typeface="Rajdhani"/>
                <a:ea typeface="Rajdhani"/>
                <a:cs typeface="Rajdhani"/>
                <a:sym typeface="Rajdhani"/>
              </a:rPr>
              <a:t>Especificaciones</a:t>
            </a:r>
            <a:endParaRPr sz="3700" b="1">
              <a:solidFill>
                <a:srgbClr val="FFFFFF"/>
              </a:solidFill>
              <a:latin typeface="Rajdhani"/>
              <a:ea typeface="Rajdhani"/>
              <a:cs typeface="Rajdhani"/>
              <a:sym typeface="Rajdhani"/>
            </a:endParaRPr>
          </a:p>
          <a:p>
            <a:pPr marL="0" lvl="0" indent="0" algn="l" rtl="0">
              <a:lnSpc>
                <a:spcPct val="90000"/>
              </a:lnSpc>
              <a:spcBef>
                <a:spcPts val="0"/>
              </a:spcBef>
              <a:spcAft>
                <a:spcPts val="0"/>
              </a:spcAft>
              <a:buNone/>
            </a:pPr>
            <a:r>
              <a:rPr lang="es" sz="3700" b="1">
                <a:solidFill>
                  <a:srgbClr val="FFFFFF"/>
                </a:solidFill>
                <a:latin typeface="Rajdhani"/>
                <a:ea typeface="Rajdhani"/>
                <a:cs typeface="Rajdhani"/>
                <a:sym typeface="Rajdhani"/>
              </a:rPr>
              <a:t>de equipos</a:t>
            </a:r>
            <a:endParaRPr sz="3700" b="1">
              <a:solidFill>
                <a:srgbClr val="FFFFFF"/>
              </a:solidFill>
              <a:latin typeface="Rajdhani"/>
              <a:ea typeface="Rajdhani"/>
              <a:cs typeface="Rajdhani"/>
              <a:sym typeface="Rajdhani"/>
            </a:endParaRPr>
          </a:p>
        </p:txBody>
      </p:sp>
      <p:sp>
        <p:nvSpPr>
          <p:cNvPr id="140" name="Google Shape;140;p36"/>
          <p:cNvSpPr txBox="1"/>
          <p:nvPr/>
        </p:nvSpPr>
        <p:spPr>
          <a:xfrm>
            <a:off x="2740403" y="2195563"/>
            <a:ext cx="548700" cy="9774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s" sz="6000" b="1">
                <a:solidFill>
                  <a:srgbClr val="FFFFFF"/>
                </a:solidFill>
                <a:latin typeface="Rajdhani"/>
                <a:ea typeface="Rajdhani"/>
                <a:cs typeface="Rajdhani"/>
                <a:sym typeface="Rajdhani"/>
              </a:rPr>
              <a:t>3</a:t>
            </a:r>
            <a:endParaRPr sz="6000" b="1">
              <a:solidFill>
                <a:srgbClr val="FFFFFF"/>
              </a:solidFill>
              <a:latin typeface="Rajdhani"/>
              <a:ea typeface="Rajdhani"/>
              <a:cs typeface="Rajdhani"/>
              <a:sym typeface="Rajdhani"/>
            </a:endParaRPr>
          </a:p>
        </p:txBody>
      </p:sp>
      <p:sp>
        <p:nvSpPr>
          <p:cNvPr id="141" name="Google Shape;141;p36"/>
          <p:cNvSpPr/>
          <p:nvPr/>
        </p:nvSpPr>
        <p:spPr>
          <a:xfrm>
            <a:off x="3438450" y="2141125"/>
            <a:ext cx="18600" cy="108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37"/>
          <p:cNvSpPr txBox="1"/>
          <p:nvPr/>
        </p:nvSpPr>
        <p:spPr>
          <a:xfrm>
            <a:off x="617575" y="601850"/>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baja</a:t>
            </a:r>
            <a:endParaRPr sz="3000" b="1">
              <a:solidFill>
                <a:srgbClr val="EC183F"/>
              </a:solidFill>
              <a:latin typeface="Rajdhani"/>
              <a:ea typeface="Rajdhani"/>
              <a:cs typeface="Rajdhani"/>
              <a:sym typeface="Rajdhani"/>
            </a:endParaRPr>
          </a:p>
        </p:txBody>
      </p:sp>
      <p:sp>
        <p:nvSpPr>
          <p:cNvPr id="147" name="Google Shape;147;p37"/>
          <p:cNvSpPr txBox="1"/>
          <p:nvPr/>
        </p:nvSpPr>
        <p:spPr>
          <a:xfrm>
            <a:off x="627825" y="1528150"/>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None/>
            </a:pPr>
            <a:r>
              <a:rPr lang="es" sz="1600">
                <a:solidFill>
                  <a:srgbClr val="434343"/>
                </a:solidFill>
                <a:latin typeface="Open Sans"/>
                <a:ea typeface="Open Sans"/>
                <a:cs typeface="Open Sans"/>
                <a:sym typeface="Open Sans"/>
              </a:rPr>
              <a:t>Los equipos considerados de gama baja generalmente son utilizados por personas que necesitan pocos requisitos. Podríamos poner el ejemplo de una persona que trabaje en una oficina con planillas de ofimática (Excel, Word, etc.) generalmente no necesitan GPU.</a:t>
            </a:r>
            <a:endParaRPr sz="1600">
              <a:solidFill>
                <a:srgbClr val="434343"/>
              </a:solidFill>
              <a:latin typeface="Open Sans"/>
              <a:ea typeface="Open Sans"/>
              <a:cs typeface="Open Sans"/>
              <a:sym typeface="Open Sans"/>
            </a:endParaRPr>
          </a:p>
        </p:txBody>
      </p:sp>
      <p:pic>
        <p:nvPicPr>
          <p:cNvPr id="148" name="Google Shape;148;p37"/>
          <p:cNvPicPr preferRelativeResize="0"/>
          <p:nvPr/>
        </p:nvPicPr>
        <p:blipFill>
          <a:blip r:embed="rId3">
            <a:alphaModFix/>
          </a:blip>
          <a:stretch>
            <a:fillRect/>
          </a:stretch>
        </p:blipFill>
        <p:spPr>
          <a:xfrm>
            <a:off x="4406550" y="1249937"/>
            <a:ext cx="4699827" cy="264363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8"/>
          <p:cNvSpPr txBox="1"/>
          <p:nvPr/>
        </p:nvSpPr>
        <p:spPr>
          <a:xfrm>
            <a:off x="626925" y="617425"/>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baja - Intel</a:t>
            </a:r>
            <a:endParaRPr sz="3000" b="1">
              <a:solidFill>
                <a:srgbClr val="EC183F"/>
              </a:solidFill>
              <a:latin typeface="Rajdhani"/>
              <a:ea typeface="Rajdhani"/>
              <a:cs typeface="Rajdhani"/>
              <a:sym typeface="Rajdhani"/>
            </a:endParaRPr>
          </a:p>
        </p:txBody>
      </p:sp>
      <p:sp>
        <p:nvSpPr>
          <p:cNvPr id="154" name="Google Shape;154;p38"/>
          <p:cNvSpPr txBox="1"/>
          <p:nvPr/>
        </p:nvSpPr>
        <p:spPr>
          <a:xfrm>
            <a:off x="806450" y="1534325"/>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endParaRPr sz="1600">
              <a:solidFill>
                <a:srgbClr val="434343"/>
              </a:solidFill>
              <a:latin typeface="Open Sans"/>
              <a:ea typeface="Open Sans"/>
              <a:cs typeface="Open Sans"/>
              <a:sym typeface="Open Sans"/>
            </a:endParaRPr>
          </a:p>
        </p:txBody>
      </p:sp>
      <p:sp>
        <p:nvSpPr>
          <p:cNvPr id="155" name="Google Shape;155;p38"/>
          <p:cNvSpPr txBox="1"/>
          <p:nvPr/>
        </p:nvSpPr>
        <p:spPr>
          <a:xfrm>
            <a:off x="1020650" y="1759275"/>
            <a:ext cx="2994900" cy="243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graphicFrame>
        <p:nvGraphicFramePr>
          <p:cNvPr id="156" name="Google Shape;156;p38"/>
          <p:cNvGraphicFramePr/>
          <p:nvPr>
            <p:extLst>
              <p:ext uri="{D42A27DB-BD31-4B8C-83A1-F6EECF244321}">
                <p14:modId xmlns:p14="http://schemas.microsoft.com/office/powerpoint/2010/main" val="3739747252"/>
              </p:ext>
            </p:extLst>
          </p:nvPr>
        </p:nvGraphicFramePr>
        <p:xfrm>
          <a:off x="952500" y="1809750"/>
          <a:ext cx="7239000" cy="1584840"/>
        </p:xfrm>
        <a:graphic>
          <a:graphicData uri="http://schemas.openxmlformats.org/drawingml/2006/table">
            <a:tbl>
              <a:tblPr>
                <a:noFill/>
                <a:tableStyleId>{8C823DD4-A27D-4CE9-87A1-849A0D71D706}</a:tableStyleId>
              </a:tblPr>
              <a:tblGrid>
                <a:gridCol w="2013425">
                  <a:extLst>
                    <a:ext uri="{9D8B030D-6E8A-4147-A177-3AD203B41FA5}">
                      <a16:colId xmlns:a16="http://schemas.microsoft.com/office/drawing/2014/main" val="20000"/>
                    </a:ext>
                  </a:extLst>
                </a:gridCol>
                <a:gridCol w="52255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a:latin typeface="Open Sans"/>
                          <a:ea typeface="Open Sans"/>
                          <a:cs typeface="Open Sans"/>
                          <a:sym typeface="Open Sans"/>
                        </a:rPr>
                        <a:t>Procesador</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s" dirty="0">
                          <a:latin typeface="Open Sans"/>
                          <a:ea typeface="Open Sans"/>
                          <a:cs typeface="Open Sans"/>
                          <a:sym typeface="Open Sans"/>
                        </a:rPr>
                        <a:t>Core i3 7100</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Placa madre</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s-AR" dirty="0"/>
                        <a:t>Gigabyte </a:t>
                      </a:r>
                      <a:r>
                        <a:rPr lang="es-AR" sz="1400" b="0" i="0" u="none" strike="noStrike" cap="none" dirty="0">
                          <a:solidFill>
                            <a:srgbClr val="000000"/>
                          </a:solidFill>
                          <a:effectLst/>
                          <a:latin typeface="Arial"/>
                          <a:ea typeface="Arial"/>
                          <a:cs typeface="Arial"/>
                          <a:sym typeface="Arial"/>
                        </a:rPr>
                        <a:t>GA-H110M-H</a:t>
                      </a:r>
                      <a:endParaRPr dirty="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principal</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s-AR" dirty="0"/>
                        <a:t>Kingston DDR4 4GB 2400Mhz</a:t>
                      </a:r>
                      <a:endParaRPr dirty="0"/>
                    </a:p>
                  </a:txBody>
                  <a:tcPr marL="91425" marR="91425" marT="91425" marB="91425">
                    <a:solidFill>
                      <a:srgbClr val="EFEFE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secundaria</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s-AR" dirty="0"/>
                        <a:t>HDD Western Digital WD5000AAKX 500GB</a:t>
                      </a:r>
                      <a:endParaRPr dirty="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9"/>
          <p:cNvSpPr txBox="1"/>
          <p:nvPr/>
        </p:nvSpPr>
        <p:spPr>
          <a:xfrm>
            <a:off x="626950" y="608050"/>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baja - AMD</a:t>
            </a:r>
            <a:endParaRPr sz="3000" b="1">
              <a:solidFill>
                <a:srgbClr val="EC183F"/>
              </a:solidFill>
              <a:latin typeface="Rajdhani"/>
              <a:ea typeface="Rajdhani"/>
              <a:cs typeface="Rajdhani"/>
              <a:sym typeface="Rajdhani"/>
            </a:endParaRPr>
          </a:p>
        </p:txBody>
      </p:sp>
      <p:sp>
        <p:nvSpPr>
          <p:cNvPr id="162" name="Google Shape;162;p39"/>
          <p:cNvSpPr txBox="1"/>
          <p:nvPr/>
        </p:nvSpPr>
        <p:spPr>
          <a:xfrm>
            <a:off x="806450" y="1534325"/>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endParaRPr sz="1600">
              <a:solidFill>
                <a:srgbClr val="434343"/>
              </a:solidFill>
              <a:latin typeface="Open Sans"/>
              <a:ea typeface="Open Sans"/>
              <a:cs typeface="Open Sans"/>
              <a:sym typeface="Open Sans"/>
            </a:endParaRPr>
          </a:p>
        </p:txBody>
      </p:sp>
      <p:sp>
        <p:nvSpPr>
          <p:cNvPr id="163" name="Google Shape;163;p39"/>
          <p:cNvSpPr txBox="1"/>
          <p:nvPr/>
        </p:nvSpPr>
        <p:spPr>
          <a:xfrm>
            <a:off x="1020650" y="1759275"/>
            <a:ext cx="2994900" cy="243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graphicFrame>
        <p:nvGraphicFramePr>
          <p:cNvPr id="164" name="Google Shape;164;p39"/>
          <p:cNvGraphicFramePr/>
          <p:nvPr>
            <p:extLst>
              <p:ext uri="{D42A27DB-BD31-4B8C-83A1-F6EECF244321}">
                <p14:modId xmlns:p14="http://schemas.microsoft.com/office/powerpoint/2010/main" val="485436631"/>
              </p:ext>
            </p:extLst>
          </p:nvPr>
        </p:nvGraphicFramePr>
        <p:xfrm>
          <a:off x="952500" y="1809750"/>
          <a:ext cx="7239000" cy="1584840"/>
        </p:xfrm>
        <a:graphic>
          <a:graphicData uri="http://schemas.openxmlformats.org/drawingml/2006/table">
            <a:tbl>
              <a:tblPr>
                <a:noFill/>
                <a:tableStyleId>{8C823DD4-A27D-4CE9-87A1-849A0D71D706}</a:tableStyleId>
              </a:tblPr>
              <a:tblGrid>
                <a:gridCol w="2004025">
                  <a:extLst>
                    <a:ext uri="{9D8B030D-6E8A-4147-A177-3AD203B41FA5}">
                      <a16:colId xmlns:a16="http://schemas.microsoft.com/office/drawing/2014/main" val="20000"/>
                    </a:ext>
                  </a:extLst>
                </a:gridCol>
                <a:gridCol w="52349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a:latin typeface="Open Sans"/>
                          <a:ea typeface="Open Sans"/>
                          <a:cs typeface="Open Sans"/>
                          <a:sym typeface="Open Sans"/>
                        </a:rPr>
                        <a:t>Procesador</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s" dirty="0">
                          <a:latin typeface="Open Sans"/>
                          <a:ea typeface="Open Sans"/>
                          <a:cs typeface="Open Sans"/>
                          <a:sym typeface="Open Sans"/>
                        </a:rPr>
                        <a:t>Ryzen 3 2200g</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Placa madre</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s-AR" dirty="0">
                          <a:latin typeface="Open Sans"/>
                          <a:ea typeface="Open Sans"/>
                          <a:cs typeface="Open Sans"/>
                          <a:sym typeface="Open Sans"/>
                        </a:rPr>
                        <a:t>Asus PRIME A320M-K</a:t>
                      </a:r>
                      <a:endParaRPr dirty="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ram</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s-AR" dirty="0">
                          <a:latin typeface="Open Sans"/>
                          <a:ea typeface="Open Sans"/>
                          <a:cs typeface="Open Sans"/>
                          <a:sym typeface="Open Sans"/>
                        </a:rPr>
                        <a:t>CORSAIR DDR4 4GB 3000Mhz</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secundaria</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de-DE" dirty="0">
                          <a:latin typeface="Open Sans"/>
                          <a:ea typeface="Open Sans"/>
                          <a:cs typeface="Open Sans"/>
                          <a:sym typeface="Open Sans"/>
                        </a:rPr>
                        <a:t>HDD Western Digital WD5000AAKX 500GB</a:t>
                      </a:r>
                      <a:endParaRPr dirty="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0"/>
          <p:cNvSpPr txBox="1"/>
          <p:nvPr/>
        </p:nvSpPr>
        <p:spPr>
          <a:xfrm>
            <a:off x="626950" y="614400"/>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baja </a:t>
            </a:r>
            <a:endParaRPr sz="3000" b="1">
              <a:solidFill>
                <a:srgbClr val="EC183F"/>
              </a:solidFill>
              <a:latin typeface="Rajdhani"/>
              <a:ea typeface="Rajdhani"/>
              <a:cs typeface="Rajdhani"/>
              <a:sym typeface="Rajdhani"/>
            </a:endParaRPr>
          </a:p>
        </p:txBody>
      </p:sp>
      <p:sp>
        <p:nvSpPr>
          <p:cNvPr id="170" name="Google Shape;170;p40"/>
          <p:cNvSpPr txBox="1"/>
          <p:nvPr/>
        </p:nvSpPr>
        <p:spPr>
          <a:xfrm>
            <a:off x="806450" y="1534325"/>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endParaRPr sz="1600">
              <a:solidFill>
                <a:srgbClr val="434343"/>
              </a:solidFill>
              <a:latin typeface="Open Sans"/>
              <a:ea typeface="Open Sans"/>
              <a:cs typeface="Open Sans"/>
              <a:sym typeface="Open Sans"/>
            </a:endParaRPr>
          </a:p>
        </p:txBody>
      </p:sp>
      <p:sp>
        <p:nvSpPr>
          <p:cNvPr id="171" name="Google Shape;171;p40"/>
          <p:cNvSpPr txBox="1"/>
          <p:nvPr/>
        </p:nvSpPr>
        <p:spPr>
          <a:xfrm>
            <a:off x="1020650" y="1759275"/>
            <a:ext cx="2994900" cy="243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graphicFrame>
        <p:nvGraphicFramePr>
          <p:cNvPr id="172" name="Google Shape;172;p40"/>
          <p:cNvGraphicFramePr/>
          <p:nvPr>
            <p:extLst>
              <p:ext uri="{D42A27DB-BD31-4B8C-83A1-F6EECF244321}">
                <p14:modId xmlns:p14="http://schemas.microsoft.com/office/powerpoint/2010/main" val="1321522055"/>
              </p:ext>
            </p:extLst>
          </p:nvPr>
        </p:nvGraphicFramePr>
        <p:xfrm>
          <a:off x="952500" y="2114550"/>
          <a:ext cx="7239000" cy="1584840"/>
        </p:xfrm>
        <a:graphic>
          <a:graphicData uri="http://schemas.openxmlformats.org/drawingml/2006/table">
            <a:tbl>
              <a:tblPr>
                <a:noFill/>
                <a:tableStyleId>{8C823DD4-A27D-4CE9-87A1-849A0D71D706}</a:tableStyleId>
              </a:tblPr>
              <a:tblGrid>
                <a:gridCol w="1938175">
                  <a:extLst>
                    <a:ext uri="{9D8B030D-6E8A-4147-A177-3AD203B41FA5}">
                      <a16:colId xmlns:a16="http://schemas.microsoft.com/office/drawing/2014/main" val="20000"/>
                    </a:ext>
                  </a:extLst>
                </a:gridCol>
                <a:gridCol w="530082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a:latin typeface="Open Sans"/>
                          <a:ea typeface="Open Sans"/>
                          <a:cs typeface="Open Sans"/>
                          <a:sym typeface="Open Sans"/>
                        </a:rPr>
                        <a:t>Procesador</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s-AR" dirty="0">
                          <a:latin typeface="Open Sans"/>
                          <a:ea typeface="Open Sans"/>
                          <a:cs typeface="Open Sans"/>
                          <a:sym typeface="Open Sans"/>
                        </a:rPr>
                        <a:t>CELERON G5905</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Placa madre</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s-AR" dirty="0">
                          <a:latin typeface="Open Sans"/>
                          <a:ea typeface="Open Sans"/>
                          <a:cs typeface="Open Sans"/>
                          <a:sym typeface="Open Sans"/>
                        </a:rPr>
                        <a:t>Gigabyte </a:t>
                      </a:r>
                      <a:r>
                        <a:rPr lang="es-AR" sz="1400" b="0" i="0" u="none" strike="noStrike" cap="none" dirty="0">
                          <a:solidFill>
                            <a:srgbClr val="000000"/>
                          </a:solidFill>
                          <a:effectLst/>
                          <a:latin typeface="Arial"/>
                          <a:ea typeface="Arial"/>
                          <a:cs typeface="Arial"/>
                          <a:sym typeface="Arial"/>
                        </a:rPr>
                        <a:t>H410M H</a:t>
                      </a:r>
                      <a:endParaRPr dirty="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principal</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s-AR" dirty="0">
                          <a:latin typeface="Open Sans"/>
                          <a:ea typeface="Open Sans"/>
                          <a:cs typeface="Open Sans"/>
                          <a:sym typeface="Open Sans"/>
                        </a:rPr>
                        <a:t>Kingston </a:t>
                      </a:r>
                      <a:r>
                        <a:rPr lang="es-AR" dirty="0" err="1">
                          <a:latin typeface="Open Sans"/>
                          <a:ea typeface="Open Sans"/>
                          <a:cs typeface="Open Sans"/>
                          <a:sym typeface="Open Sans"/>
                        </a:rPr>
                        <a:t>Hyperx</a:t>
                      </a:r>
                      <a:r>
                        <a:rPr lang="es-AR" dirty="0">
                          <a:latin typeface="Open Sans"/>
                          <a:ea typeface="Open Sans"/>
                          <a:cs typeface="Open Sans"/>
                          <a:sym typeface="Open Sans"/>
                        </a:rPr>
                        <a:t> 8GB 2666Mhz</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secundaria</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s-AR">
                          <a:latin typeface="Open Sans"/>
                          <a:ea typeface="Open Sans"/>
                          <a:cs typeface="Open Sans"/>
                          <a:sym typeface="Open Sans"/>
                        </a:rPr>
                        <a:t>Seagate Barracuda 500GB</a:t>
                      </a:r>
                      <a:endParaRPr dirty="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3"/>
                  </a:ext>
                </a:extLst>
              </a:tr>
            </a:tbl>
          </a:graphicData>
        </a:graphic>
      </p:graphicFrame>
      <p:sp>
        <p:nvSpPr>
          <p:cNvPr id="173" name="Google Shape;173;p40"/>
          <p:cNvSpPr txBox="1"/>
          <p:nvPr/>
        </p:nvSpPr>
        <p:spPr>
          <a:xfrm>
            <a:off x="626950" y="1534325"/>
            <a:ext cx="8070600" cy="2754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r>
              <a:rPr lang="es" sz="1600">
                <a:solidFill>
                  <a:srgbClr val="434343"/>
                </a:solidFill>
                <a:latin typeface="Open Sans"/>
                <a:ea typeface="Open Sans"/>
                <a:cs typeface="Open Sans"/>
                <a:sym typeface="Open Sans"/>
              </a:rPr>
              <a:t>Esta computadora debe ser armada a libre criterio del estudiante.</a:t>
            </a:r>
            <a:endParaRPr sz="1600">
              <a:solidFill>
                <a:srgbClr val="434343"/>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41"/>
          <p:cNvSpPr txBox="1"/>
          <p:nvPr/>
        </p:nvSpPr>
        <p:spPr>
          <a:xfrm>
            <a:off x="626950" y="608025"/>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media</a:t>
            </a:r>
            <a:endParaRPr sz="3000" b="1">
              <a:solidFill>
                <a:srgbClr val="EC183F"/>
              </a:solidFill>
              <a:latin typeface="Rajdhani"/>
              <a:ea typeface="Rajdhani"/>
              <a:cs typeface="Rajdhani"/>
              <a:sym typeface="Rajdhani"/>
            </a:endParaRPr>
          </a:p>
        </p:txBody>
      </p:sp>
      <p:sp>
        <p:nvSpPr>
          <p:cNvPr id="179" name="Google Shape;179;p41"/>
          <p:cNvSpPr txBox="1"/>
          <p:nvPr/>
        </p:nvSpPr>
        <p:spPr>
          <a:xfrm>
            <a:off x="637200" y="1462125"/>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None/>
            </a:pPr>
            <a:r>
              <a:rPr lang="es" sz="1600">
                <a:solidFill>
                  <a:srgbClr val="434343"/>
                </a:solidFill>
                <a:latin typeface="Open Sans"/>
                <a:ea typeface="Open Sans"/>
                <a:cs typeface="Open Sans"/>
                <a:sym typeface="Open Sans"/>
              </a:rPr>
              <a:t>Los equipos considerados de gama media son utilizados por personas con requisitos más exigentes que la gama baja. Podríamos poner el ejemplo que se trabaje en desarrollo con herramientas ligeras (VS code, Mysql, etc.) o también para gaming con exigencias medias, pueden llevar GPU.</a:t>
            </a:r>
            <a:endParaRPr sz="1600">
              <a:solidFill>
                <a:srgbClr val="434343"/>
              </a:solidFill>
              <a:latin typeface="Open Sans"/>
              <a:ea typeface="Open Sans"/>
              <a:cs typeface="Open Sans"/>
              <a:sym typeface="Open Sans"/>
            </a:endParaRPr>
          </a:p>
        </p:txBody>
      </p:sp>
      <p:pic>
        <p:nvPicPr>
          <p:cNvPr id="180" name="Google Shape;180;p41"/>
          <p:cNvPicPr preferRelativeResize="0"/>
          <p:nvPr/>
        </p:nvPicPr>
        <p:blipFill>
          <a:blip r:embed="rId3">
            <a:alphaModFix/>
          </a:blip>
          <a:stretch>
            <a:fillRect/>
          </a:stretch>
        </p:blipFill>
        <p:spPr>
          <a:xfrm>
            <a:off x="4045850" y="1156575"/>
            <a:ext cx="5098148" cy="2867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42"/>
          <p:cNvSpPr txBox="1"/>
          <p:nvPr/>
        </p:nvSpPr>
        <p:spPr>
          <a:xfrm>
            <a:off x="626950" y="608025"/>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media - Intel</a:t>
            </a:r>
            <a:endParaRPr sz="3000" b="1">
              <a:solidFill>
                <a:srgbClr val="EC183F"/>
              </a:solidFill>
              <a:latin typeface="Rajdhani"/>
              <a:ea typeface="Rajdhani"/>
              <a:cs typeface="Rajdhani"/>
              <a:sym typeface="Rajdhani"/>
            </a:endParaRPr>
          </a:p>
        </p:txBody>
      </p:sp>
      <p:sp>
        <p:nvSpPr>
          <p:cNvPr id="186" name="Google Shape;186;p42"/>
          <p:cNvSpPr txBox="1"/>
          <p:nvPr/>
        </p:nvSpPr>
        <p:spPr>
          <a:xfrm>
            <a:off x="806450" y="1534325"/>
            <a:ext cx="3615000" cy="4872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endParaRPr sz="1600">
              <a:solidFill>
                <a:srgbClr val="434343"/>
              </a:solidFill>
              <a:latin typeface="Open Sans"/>
              <a:ea typeface="Open Sans"/>
              <a:cs typeface="Open Sans"/>
              <a:sym typeface="Open Sans"/>
            </a:endParaRPr>
          </a:p>
        </p:txBody>
      </p:sp>
      <p:sp>
        <p:nvSpPr>
          <p:cNvPr id="187" name="Google Shape;187;p42"/>
          <p:cNvSpPr txBox="1"/>
          <p:nvPr/>
        </p:nvSpPr>
        <p:spPr>
          <a:xfrm>
            <a:off x="1020650" y="1759275"/>
            <a:ext cx="299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graphicFrame>
        <p:nvGraphicFramePr>
          <p:cNvPr id="188" name="Google Shape;188;p42"/>
          <p:cNvGraphicFramePr/>
          <p:nvPr>
            <p:extLst>
              <p:ext uri="{D42A27DB-BD31-4B8C-83A1-F6EECF244321}">
                <p14:modId xmlns:p14="http://schemas.microsoft.com/office/powerpoint/2010/main" val="1919599618"/>
              </p:ext>
            </p:extLst>
          </p:nvPr>
        </p:nvGraphicFramePr>
        <p:xfrm>
          <a:off x="952500" y="1809750"/>
          <a:ext cx="7239000" cy="2194410"/>
        </p:xfrm>
        <a:graphic>
          <a:graphicData uri="http://schemas.openxmlformats.org/drawingml/2006/table">
            <a:tbl>
              <a:tblPr>
                <a:noFill/>
                <a:tableStyleId>{8C823DD4-A27D-4CE9-87A1-849A0D71D706}</a:tableStyleId>
              </a:tblPr>
              <a:tblGrid>
                <a:gridCol w="2051050">
                  <a:extLst>
                    <a:ext uri="{9D8B030D-6E8A-4147-A177-3AD203B41FA5}">
                      <a16:colId xmlns:a16="http://schemas.microsoft.com/office/drawing/2014/main" val="20000"/>
                    </a:ext>
                  </a:extLst>
                </a:gridCol>
                <a:gridCol w="518795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a:latin typeface="Open Sans"/>
                          <a:ea typeface="Open Sans"/>
                          <a:cs typeface="Open Sans"/>
                          <a:sym typeface="Open Sans"/>
                        </a:rPr>
                        <a:t>Procesador</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sz="1400" b="1" i="0" u="none" strike="noStrike" cap="none" dirty="0" smtClean="0">
                          <a:solidFill>
                            <a:srgbClr val="000000"/>
                          </a:solidFill>
                          <a:effectLst/>
                          <a:latin typeface="Arial"/>
                          <a:ea typeface="Arial"/>
                          <a:cs typeface="Arial"/>
                          <a:sym typeface="Arial"/>
                        </a:rPr>
                        <a:t> Ryzen 7 5800X </a:t>
                      </a:r>
                      <a:r>
                        <a:rPr lang="en-US" dirty="0" smtClean="0">
                          <a:latin typeface="Open Sans"/>
                          <a:ea typeface="Open Sans"/>
                          <a:cs typeface="Open Sans"/>
                          <a:sym typeface="Open Sans"/>
                        </a:rPr>
                        <a:t>Asus ROG X570 Crosshair VIII Formula</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Placa madre</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dirty="0" err="1" smtClean="0">
                          <a:latin typeface="Open Sans"/>
                          <a:ea typeface="Open Sans"/>
                          <a:cs typeface="Open Sans"/>
                          <a:sym typeface="Open Sans"/>
                        </a:rPr>
                        <a:t>ASRock</a:t>
                      </a:r>
                      <a:r>
                        <a:rPr lang="en-US" dirty="0" smtClean="0">
                          <a:latin typeface="Open Sans"/>
                          <a:ea typeface="Open Sans"/>
                          <a:cs typeface="Open Sans"/>
                          <a:sym typeface="Open Sans"/>
                        </a:rPr>
                        <a:t> B450M Pro4</a:t>
                      </a:r>
                      <a:endParaRPr dirty="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principal</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dirty="0" smtClean="0">
                          <a:latin typeface="Open Sans"/>
                          <a:ea typeface="Open Sans"/>
                          <a:cs typeface="Open Sans"/>
                          <a:sym typeface="Open Sans"/>
                        </a:rPr>
                        <a:t>ADATA 2666 16GB	AD4U2666316G19-B</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2"/>
                  </a:ext>
                </a:extLst>
              </a:tr>
              <a:tr h="515525">
                <a:tc>
                  <a:txBody>
                    <a:bodyPr/>
                    <a:lstStyle/>
                    <a:p>
                      <a:pPr marL="0" lvl="0" indent="0" algn="l" rtl="0">
                        <a:spcBef>
                          <a:spcPts val="0"/>
                        </a:spcBef>
                        <a:spcAft>
                          <a:spcPts val="0"/>
                        </a:spcAft>
                        <a:buNone/>
                      </a:pPr>
                      <a:r>
                        <a:rPr lang="es">
                          <a:latin typeface="Open Sans"/>
                          <a:ea typeface="Open Sans"/>
                          <a:cs typeface="Open Sans"/>
                          <a:sym typeface="Open Sans"/>
                        </a:rPr>
                        <a:t>Memoria secundaria</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dirty="0" smtClean="0">
                          <a:latin typeface="Open Sans"/>
                          <a:ea typeface="Open Sans"/>
                          <a:cs typeface="Open Sans"/>
                          <a:sym typeface="Open Sans"/>
                        </a:rPr>
                        <a:t>Seagate Barracuda ST1000DM010 1TB</a:t>
                      </a:r>
                      <a:endParaRPr dirty="0" smtClean="0">
                        <a:latin typeface="Open Sans"/>
                        <a:ea typeface="Open Sans"/>
                        <a:cs typeface="Open Sans"/>
                        <a:sym typeface="Open Sans"/>
                      </a:endParaRPr>
                    </a:p>
                    <a:p>
                      <a:pPr marL="0" lvl="0" indent="0" algn="l" rtl="0">
                        <a:spcBef>
                          <a:spcPts val="0"/>
                        </a:spcBef>
                        <a:spcAft>
                          <a:spcPts val="0"/>
                        </a:spcAft>
                        <a:buNone/>
                      </a:pPr>
                      <a:endParaRPr dirty="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GPU</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s" dirty="0">
                          <a:latin typeface="Open Sans"/>
                          <a:ea typeface="Open Sans"/>
                          <a:cs typeface="Open Sans"/>
                          <a:sym typeface="Open Sans"/>
                        </a:rPr>
                        <a:t>GeForce GT 1030 2GD4 LP OC</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43"/>
          <p:cNvSpPr txBox="1"/>
          <p:nvPr/>
        </p:nvSpPr>
        <p:spPr>
          <a:xfrm>
            <a:off x="617525" y="608025"/>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media - AMD</a:t>
            </a:r>
            <a:endParaRPr sz="3000" b="1">
              <a:solidFill>
                <a:srgbClr val="EC183F"/>
              </a:solidFill>
              <a:latin typeface="Rajdhani"/>
              <a:ea typeface="Rajdhani"/>
              <a:cs typeface="Rajdhani"/>
              <a:sym typeface="Rajdhani"/>
            </a:endParaRPr>
          </a:p>
        </p:txBody>
      </p:sp>
      <p:sp>
        <p:nvSpPr>
          <p:cNvPr id="194" name="Google Shape;194;p43"/>
          <p:cNvSpPr txBox="1"/>
          <p:nvPr/>
        </p:nvSpPr>
        <p:spPr>
          <a:xfrm>
            <a:off x="806450" y="1534325"/>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endParaRPr sz="1600">
              <a:solidFill>
                <a:srgbClr val="434343"/>
              </a:solidFill>
              <a:latin typeface="Open Sans"/>
              <a:ea typeface="Open Sans"/>
              <a:cs typeface="Open Sans"/>
              <a:sym typeface="Open Sans"/>
            </a:endParaRPr>
          </a:p>
        </p:txBody>
      </p:sp>
      <p:sp>
        <p:nvSpPr>
          <p:cNvPr id="195" name="Google Shape;195;p43"/>
          <p:cNvSpPr txBox="1"/>
          <p:nvPr/>
        </p:nvSpPr>
        <p:spPr>
          <a:xfrm>
            <a:off x="1020650" y="1759275"/>
            <a:ext cx="299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graphicFrame>
        <p:nvGraphicFramePr>
          <p:cNvPr id="196" name="Google Shape;196;p43"/>
          <p:cNvGraphicFramePr/>
          <p:nvPr>
            <p:extLst>
              <p:ext uri="{D42A27DB-BD31-4B8C-83A1-F6EECF244321}">
                <p14:modId xmlns:p14="http://schemas.microsoft.com/office/powerpoint/2010/main" val="1820747390"/>
              </p:ext>
            </p:extLst>
          </p:nvPr>
        </p:nvGraphicFramePr>
        <p:xfrm>
          <a:off x="952500" y="1809750"/>
          <a:ext cx="7239000" cy="1981050"/>
        </p:xfrm>
        <a:graphic>
          <a:graphicData uri="http://schemas.openxmlformats.org/drawingml/2006/table">
            <a:tbl>
              <a:tblPr>
                <a:noFill/>
                <a:tableStyleId>{8C823DD4-A27D-4CE9-87A1-849A0D71D706}</a:tableStyleId>
              </a:tblPr>
              <a:tblGrid>
                <a:gridCol w="1891200">
                  <a:extLst>
                    <a:ext uri="{9D8B030D-6E8A-4147-A177-3AD203B41FA5}">
                      <a16:colId xmlns:a16="http://schemas.microsoft.com/office/drawing/2014/main" val="20000"/>
                    </a:ext>
                  </a:extLst>
                </a:gridCol>
                <a:gridCol w="53478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a:latin typeface="Open Sans"/>
                          <a:ea typeface="Open Sans"/>
                          <a:cs typeface="Open Sans"/>
                          <a:sym typeface="Open Sans"/>
                        </a:rPr>
                        <a:t>Procesador</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Ryzen 5  2600</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Placa madre</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s" dirty="0">
                          <a:latin typeface="Open Sans"/>
                          <a:ea typeface="Open Sans"/>
                          <a:cs typeface="Open Sans"/>
                          <a:sym typeface="Open Sans"/>
                        </a:rPr>
                        <a:t> </a:t>
                      </a:r>
                      <a:r>
                        <a:rPr lang="es" dirty="0" smtClean="0">
                          <a:latin typeface="Open Sans"/>
                          <a:ea typeface="Open Sans"/>
                          <a:cs typeface="Open Sans"/>
                          <a:sym typeface="Open Sans"/>
                        </a:rPr>
                        <a:t>A320M Asrock</a:t>
                      </a:r>
                      <a:endParaRPr dirty="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principal</a:t>
                      </a:r>
                      <a:endParaRPr>
                        <a:latin typeface="Open Sans"/>
                        <a:ea typeface="Open Sans"/>
                        <a:cs typeface="Open Sans"/>
                        <a:sym typeface="Open Sans"/>
                      </a:endParaRPr>
                    </a:p>
                  </a:txBody>
                  <a:tcPr marL="91425" marR="91425" marT="91425" marB="91425">
                    <a:solidFill>
                      <a:srgbClr val="EFEFE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err="1" smtClean="0">
                          <a:latin typeface="Open Sans"/>
                          <a:ea typeface="Open Sans"/>
                          <a:cs typeface="Open Sans"/>
                          <a:sym typeface="Open Sans"/>
                        </a:rPr>
                        <a:t>Adata</a:t>
                      </a:r>
                      <a:r>
                        <a:rPr lang="en-US" dirty="0" smtClean="0">
                          <a:latin typeface="Open Sans"/>
                          <a:ea typeface="Open Sans"/>
                          <a:cs typeface="Open Sans"/>
                          <a:sym typeface="Open Sans"/>
                        </a:rPr>
                        <a:t> 1x8GB</a:t>
                      </a:r>
                    </a:p>
                  </a:txBody>
                  <a:tcPr marL="91425" marR="91425" marT="91425" marB="91425">
                    <a:solidFill>
                      <a:srgbClr val="EFEFE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secundaria</a:t>
                      </a:r>
                      <a:endParaRPr>
                        <a:latin typeface="Open Sans"/>
                        <a:ea typeface="Open Sans"/>
                        <a:cs typeface="Open Sans"/>
                        <a:sym typeface="Open Sans"/>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dirty="0" smtClean="0">
                          <a:latin typeface="Open Sans"/>
                          <a:ea typeface="Open Sans"/>
                          <a:cs typeface="Open Sans"/>
                          <a:sym typeface="Open Sans"/>
                        </a:rPr>
                        <a:t>Samsung 860 evo</a:t>
                      </a:r>
                      <a:r>
                        <a:rPr lang="es-ES" baseline="0" dirty="0" smtClean="0">
                          <a:latin typeface="Open Sans"/>
                          <a:ea typeface="Open Sans"/>
                          <a:cs typeface="Open Sans"/>
                          <a:sym typeface="Open Sans"/>
                        </a:rPr>
                        <a:t> 500GB</a:t>
                      </a:r>
                      <a:endParaRPr lang="en-US" dirty="0" smtClean="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GPU</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s-ES" dirty="0" smtClean="0">
                          <a:latin typeface="Open Sans"/>
                          <a:ea typeface="Open Sans"/>
                          <a:cs typeface="Open Sans"/>
                          <a:sym typeface="Open Sans"/>
                        </a:rPr>
                        <a:t>RX</a:t>
                      </a:r>
                      <a:r>
                        <a:rPr lang="es-ES" baseline="0" dirty="0" smtClean="0">
                          <a:latin typeface="Open Sans"/>
                          <a:ea typeface="Open Sans"/>
                          <a:cs typeface="Open Sans"/>
                          <a:sym typeface="Open Sans"/>
                        </a:rPr>
                        <a:t> 850</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44"/>
          <p:cNvSpPr txBox="1"/>
          <p:nvPr/>
        </p:nvSpPr>
        <p:spPr>
          <a:xfrm>
            <a:off x="636350" y="608025"/>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media </a:t>
            </a:r>
            <a:endParaRPr sz="3000" b="1">
              <a:solidFill>
                <a:srgbClr val="EC183F"/>
              </a:solidFill>
              <a:latin typeface="Rajdhani"/>
              <a:ea typeface="Rajdhani"/>
              <a:cs typeface="Rajdhani"/>
              <a:sym typeface="Rajdhani"/>
            </a:endParaRPr>
          </a:p>
        </p:txBody>
      </p:sp>
      <p:sp>
        <p:nvSpPr>
          <p:cNvPr id="202" name="Google Shape;202;p44"/>
          <p:cNvSpPr txBox="1"/>
          <p:nvPr/>
        </p:nvSpPr>
        <p:spPr>
          <a:xfrm>
            <a:off x="806450" y="1534325"/>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endParaRPr sz="1600">
              <a:solidFill>
                <a:srgbClr val="434343"/>
              </a:solidFill>
              <a:latin typeface="Open Sans"/>
              <a:ea typeface="Open Sans"/>
              <a:cs typeface="Open Sans"/>
              <a:sym typeface="Open Sans"/>
            </a:endParaRPr>
          </a:p>
        </p:txBody>
      </p:sp>
      <p:sp>
        <p:nvSpPr>
          <p:cNvPr id="203" name="Google Shape;203;p44"/>
          <p:cNvSpPr txBox="1"/>
          <p:nvPr/>
        </p:nvSpPr>
        <p:spPr>
          <a:xfrm>
            <a:off x="1020650" y="1759275"/>
            <a:ext cx="299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graphicFrame>
        <p:nvGraphicFramePr>
          <p:cNvPr id="204" name="Google Shape;204;p44"/>
          <p:cNvGraphicFramePr/>
          <p:nvPr/>
        </p:nvGraphicFramePr>
        <p:xfrm>
          <a:off x="952500" y="2114550"/>
          <a:ext cx="7239000" cy="1981050"/>
        </p:xfrm>
        <a:graphic>
          <a:graphicData uri="http://schemas.openxmlformats.org/drawingml/2006/table">
            <a:tbl>
              <a:tblPr>
                <a:noFill/>
                <a:tableStyleId>{8C823DD4-A27D-4CE9-87A1-849A0D71D706}</a:tableStyleId>
              </a:tblPr>
              <a:tblGrid>
                <a:gridCol w="1900600">
                  <a:extLst>
                    <a:ext uri="{9D8B030D-6E8A-4147-A177-3AD203B41FA5}">
                      <a16:colId xmlns:a16="http://schemas.microsoft.com/office/drawing/2014/main" val="20000"/>
                    </a:ext>
                  </a:extLst>
                </a:gridCol>
                <a:gridCol w="53384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a:latin typeface="Open Sans"/>
                          <a:ea typeface="Open Sans"/>
                          <a:cs typeface="Open Sans"/>
                          <a:sym typeface="Open Sans"/>
                        </a:rPr>
                        <a:t>Procesador</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RYZEN 3 3200G</a:t>
                      </a:r>
                      <a:endParaRPr dirty="0"/>
                    </a:p>
                  </a:txBody>
                  <a:tcPr marL="91425" marR="91425" marT="91425" marB="91425">
                    <a:solidFill>
                      <a:srgbClr val="EFEFE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Placa madre</a:t>
                      </a:r>
                      <a:endParaRPr>
                        <a:latin typeface="Open Sans"/>
                        <a:ea typeface="Open Sans"/>
                        <a:cs typeface="Open Sans"/>
                        <a:sym typeface="Open Sans"/>
                      </a:endParaRPr>
                    </a:p>
                  </a:txBody>
                  <a:tcPr marL="91425" marR="91425" marT="91425" marB="91425">
                    <a:solidFill>
                      <a:schemeClr val="lt1"/>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GIGABYTE GA-A320M-S2H</a:t>
                      </a:r>
                      <a:endParaRPr dirty="0"/>
                    </a:p>
                  </a:txBody>
                  <a:tcPr marL="91425" marR="91425" marT="91425" marB="91425">
                    <a:solidFill>
                      <a:schemeClr val="lt1"/>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principal</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16GB PC DDR4 3000MHZ</a:t>
                      </a:r>
                      <a:endParaRPr dirty="0"/>
                    </a:p>
                  </a:txBody>
                  <a:tcPr marL="91425" marR="91425" marT="91425" marB="91425">
                    <a:solidFill>
                      <a:srgbClr val="EFEFE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secundaria</a:t>
                      </a:r>
                      <a:endParaRPr>
                        <a:latin typeface="Open Sans"/>
                        <a:ea typeface="Open Sans"/>
                        <a:cs typeface="Open Sans"/>
                        <a:sym typeface="Open Sans"/>
                      </a:endParaRPr>
                    </a:p>
                  </a:txBody>
                  <a:tcPr marL="91425" marR="91425" marT="91425" marB="91425">
                    <a:solidFill>
                      <a:schemeClr val="lt1"/>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 SSD 480GB CONEXION SATA</a:t>
                      </a:r>
                      <a:endParaRPr dirty="0"/>
                    </a:p>
                  </a:txBody>
                  <a:tcPr marL="91425" marR="91425" marT="91425" marB="91425">
                    <a:solidFill>
                      <a:schemeClr val="lt1"/>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GPU</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VEGA 8 DE 2GB.</a:t>
                      </a:r>
                      <a:endParaRPr dirty="0"/>
                    </a:p>
                  </a:txBody>
                  <a:tcPr marL="91425" marR="91425" marT="91425" marB="91425">
                    <a:solidFill>
                      <a:srgbClr val="EFEFEF"/>
                    </a:solidFill>
                  </a:tcPr>
                </a:tc>
                <a:extLst>
                  <a:ext uri="{0D108BD9-81ED-4DB2-BD59-A6C34878D82A}">
                    <a16:rowId xmlns:a16="http://schemas.microsoft.com/office/drawing/2014/main" val="10004"/>
                  </a:ext>
                </a:extLst>
              </a:tr>
            </a:tbl>
          </a:graphicData>
        </a:graphic>
      </p:graphicFrame>
      <p:sp>
        <p:nvSpPr>
          <p:cNvPr id="205" name="Google Shape;205;p44"/>
          <p:cNvSpPr txBox="1"/>
          <p:nvPr/>
        </p:nvSpPr>
        <p:spPr>
          <a:xfrm>
            <a:off x="636350" y="1534325"/>
            <a:ext cx="8070600" cy="2754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r>
              <a:rPr lang="es" sz="1600">
                <a:solidFill>
                  <a:srgbClr val="434343"/>
                </a:solidFill>
                <a:latin typeface="Open Sans"/>
                <a:ea typeface="Open Sans"/>
                <a:cs typeface="Open Sans"/>
                <a:sym typeface="Open Sans"/>
              </a:rPr>
              <a:t>Esta computadora debe ser armada a libre criterio del estudiante.</a:t>
            </a:r>
            <a:endParaRPr sz="1600">
              <a:solidFill>
                <a:srgbClr val="434343"/>
              </a:solidFill>
              <a:latin typeface="Open Sans"/>
              <a:ea typeface="Open Sans"/>
              <a:cs typeface="Open Sans"/>
              <a:sym typeface="Open Sans"/>
            </a:endParaRPr>
          </a:p>
          <a:p>
            <a:pPr marL="0" lvl="0" indent="0" algn="l" rtl="0">
              <a:lnSpc>
                <a:spcPct val="150000"/>
              </a:lnSpc>
              <a:spcBef>
                <a:spcPts val="0"/>
              </a:spcBef>
              <a:spcAft>
                <a:spcPts val="0"/>
              </a:spcAft>
              <a:buNone/>
            </a:pPr>
            <a:endParaRPr sz="1600">
              <a:solidFill>
                <a:srgbClr val="434343"/>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45"/>
          <p:cNvSpPr txBox="1"/>
          <p:nvPr/>
        </p:nvSpPr>
        <p:spPr>
          <a:xfrm>
            <a:off x="626950" y="608025"/>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alta</a:t>
            </a:r>
            <a:endParaRPr sz="3000" b="1">
              <a:solidFill>
                <a:srgbClr val="EC183F"/>
              </a:solidFill>
              <a:latin typeface="Rajdhani"/>
              <a:ea typeface="Rajdhani"/>
              <a:cs typeface="Rajdhani"/>
              <a:sym typeface="Rajdhani"/>
            </a:endParaRPr>
          </a:p>
        </p:txBody>
      </p:sp>
      <p:sp>
        <p:nvSpPr>
          <p:cNvPr id="211" name="Google Shape;211;p45"/>
          <p:cNvSpPr txBox="1"/>
          <p:nvPr/>
        </p:nvSpPr>
        <p:spPr>
          <a:xfrm>
            <a:off x="637200" y="1462125"/>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None/>
            </a:pPr>
            <a:r>
              <a:rPr lang="es" sz="1600">
                <a:solidFill>
                  <a:srgbClr val="434343"/>
                </a:solidFill>
                <a:latin typeface="Open Sans"/>
                <a:ea typeface="Open Sans"/>
                <a:cs typeface="Open Sans"/>
                <a:sym typeface="Open Sans"/>
              </a:rPr>
              <a:t>Los equipos considerados de gama alta son aquellos que requieren las mejores prestaciones del mercado. Son utilizados para tareas que requieren mucho procesamiento, como minería de datos, big data, gaming, entre otras. Generalmente utilizan GPU.</a:t>
            </a:r>
            <a:endParaRPr sz="1600">
              <a:solidFill>
                <a:srgbClr val="434343"/>
              </a:solidFill>
              <a:latin typeface="Open Sans"/>
              <a:ea typeface="Open Sans"/>
              <a:cs typeface="Open Sans"/>
              <a:sym typeface="Open Sans"/>
            </a:endParaRPr>
          </a:p>
        </p:txBody>
      </p:sp>
      <p:pic>
        <p:nvPicPr>
          <p:cNvPr id="212" name="Google Shape;212;p45"/>
          <p:cNvPicPr preferRelativeResize="0"/>
          <p:nvPr/>
        </p:nvPicPr>
        <p:blipFill>
          <a:blip r:embed="rId3">
            <a:alphaModFix/>
          </a:blip>
          <a:stretch>
            <a:fillRect/>
          </a:stretch>
        </p:blipFill>
        <p:spPr>
          <a:xfrm>
            <a:off x="3786636" y="1152101"/>
            <a:ext cx="5357363" cy="301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46"/>
          <p:cNvSpPr txBox="1"/>
          <p:nvPr/>
        </p:nvSpPr>
        <p:spPr>
          <a:xfrm>
            <a:off x="636375" y="608025"/>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alta - Intel</a:t>
            </a:r>
            <a:endParaRPr sz="3000" b="1">
              <a:solidFill>
                <a:srgbClr val="EC183F"/>
              </a:solidFill>
              <a:latin typeface="Rajdhani"/>
              <a:ea typeface="Rajdhani"/>
              <a:cs typeface="Rajdhani"/>
              <a:sym typeface="Rajdhani"/>
            </a:endParaRPr>
          </a:p>
        </p:txBody>
      </p:sp>
      <p:sp>
        <p:nvSpPr>
          <p:cNvPr id="218" name="Google Shape;218;p46"/>
          <p:cNvSpPr txBox="1"/>
          <p:nvPr/>
        </p:nvSpPr>
        <p:spPr>
          <a:xfrm>
            <a:off x="806450" y="1534325"/>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endParaRPr sz="1600">
              <a:solidFill>
                <a:srgbClr val="434343"/>
              </a:solidFill>
              <a:latin typeface="Open Sans"/>
              <a:ea typeface="Open Sans"/>
              <a:cs typeface="Open Sans"/>
              <a:sym typeface="Open Sans"/>
            </a:endParaRPr>
          </a:p>
        </p:txBody>
      </p:sp>
      <p:sp>
        <p:nvSpPr>
          <p:cNvPr id="219" name="Google Shape;219;p46"/>
          <p:cNvSpPr txBox="1"/>
          <p:nvPr/>
        </p:nvSpPr>
        <p:spPr>
          <a:xfrm>
            <a:off x="1020650" y="1759275"/>
            <a:ext cx="299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graphicFrame>
        <p:nvGraphicFramePr>
          <p:cNvPr id="220" name="Google Shape;220;p46"/>
          <p:cNvGraphicFramePr/>
          <p:nvPr>
            <p:extLst>
              <p:ext uri="{D42A27DB-BD31-4B8C-83A1-F6EECF244321}">
                <p14:modId xmlns:p14="http://schemas.microsoft.com/office/powerpoint/2010/main" val="2053954827"/>
              </p:ext>
            </p:extLst>
          </p:nvPr>
        </p:nvGraphicFramePr>
        <p:xfrm>
          <a:off x="952500" y="1809750"/>
          <a:ext cx="7239000" cy="2081565"/>
        </p:xfrm>
        <a:graphic>
          <a:graphicData uri="http://schemas.openxmlformats.org/drawingml/2006/table">
            <a:tbl>
              <a:tblPr>
                <a:noFill/>
                <a:tableStyleId>{8C823DD4-A27D-4CE9-87A1-849A0D71D706}</a:tableStyleId>
              </a:tblPr>
              <a:tblGrid>
                <a:gridCol w="2051025">
                  <a:extLst>
                    <a:ext uri="{9D8B030D-6E8A-4147-A177-3AD203B41FA5}">
                      <a16:colId xmlns:a16="http://schemas.microsoft.com/office/drawing/2014/main" val="20000"/>
                    </a:ext>
                  </a:extLst>
                </a:gridCol>
                <a:gridCol w="51879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a:latin typeface="Open Sans"/>
                          <a:ea typeface="Open Sans"/>
                          <a:cs typeface="Open Sans"/>
                          <a:sym typeface="Open Sans"/>
                        </a:rPr>
                        <a:t>Procesador</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s" dirty="0">
                          <a:latin typeface="Open Sans"/>
                          <a:ea typeface="Open Sans"/>
                          <a:cs typeface="Open Sans"/>
                          <a:sym typeface="Open Sans"/>
                        </a:rPr>
                        <a:t>Core i7-10700</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Placa Madre</a:t>
                      </a:r>
                      <a:endParaRPr>
                        <a:latin typeface="Open Sans"/>
                        <a:ea typeface="Open Sans"/>
                        <a:cs typeface="Open Sans"/>
                        <a:sym typeface="Open Sans"/>
                      </a:endParaRPr>
                    </a:p>
                  </a:txBody>
                  <a:tcPr marL="91425" marR="91425" marT="91425" marB="91425">
                    <a:solidFill>
                      <a:schemeClr val="lt1"/>
                    </a:solidFill>
                  </a:tcPr>
                </a:tc>
                <a:tc>
                  <a:txBody>
                    <a:bodyPr/>
                    <a:lstStyle/>
                    <a:p>
                      <a:pPr marL="0" lvl="0" indent="0" algn="l" rtl="0">
                        <a:spcBef>
                          <a:spcPts val="0"/>
                        </a:spcBef>
                        <a:spcAft>
                          <a:spcPts val="0"/>
                        </a:spcAft>
                        <a:buNone/>
                      </a:pPr>
                      <a:r>
                        <a:rPr lang="en-US" dirty="0" smtClean="0">
                          <a:latin typeface="Open Sans"/>
                          <a:ea typeface="Open Sans"/>
                          <a:cs typeface="Open Sans"/>
                          <a:sym typeface="Open Sans"/>
                        </a:rPr>
                        <a:t>H410M</a:t>
                      </a:r>
                      <a:endParaRPr dirty="0">
                        <a:latin typeface="Open Sans"/>
                        <a:ea typeface="Open Sans"/>
                        <a:cs typeface="Open Sans"/>
                        <a:sym typeface="Open Sans"/>
                      </a:endParaRPr>
                    </a:p>
                  </a:txBody>
                  <a:tcPr marL="91425" marR="91425" marT="91425" marB="91425">
                    <a:solidFill>
                      <a:schemeClr val="lt1"/>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principal</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dirty="0" smtClean="0">
                          <a:latin typeface="Open Sans"/>
                          <a:ea typeface="Open Sans"/>
                          <a:cs typeface="Open Sans"/>
                          <a:sym typeface="Open Sans"/>
                        </a:rPr>
                        <a:t>DDR4 16GB BLINDADA 3000MHZ</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2"/>
                  </a:ext>
                </a:extLst>
              </a:tr>
              <a:tr h="496725">
                <a:tc>
                  <a:txBody>
                    <a:bodyPr/>
                    <a:lstStyle/>
                    <a:p>
                      <a:pPr marL="0" lvl="0" indent="0" algn="l" rtl="0">
                        <a:spcBef>
                          <a:spcPts val="0"/>
                        </a:spcBef>
                        <a:spcAft>
                          <a:spcPts val="0"/>
                        </a:spcAft>
                        <a:buNone/>
                      </a:pPr>
                      <a:r>
                        <a:rPr lang="es">
                          <a:latin typeface="Open Sans"/>
                          <a:ea typeface="Open Sans"/>
                          <a:cs typeface="Open Sans"/>
                          <a:sym typeface="Open Sans"/>
                        </a:rPr>
                        <a:t>Memoria secundaria</a:t>
                      </a:r>
                      <a:endParaRPr>
                        <a:latin typeface="Open Sans"/>
                        <a:ea typeface="Open Sans"/>
                        <a:cs typeface="Open Sans"/>
                        <a:sym typeface="Open Sans"/>
                      </a:endParaRPr>
                    </a:p>
                  </a:txBody>
                  <a:tcPr marL="91425" marR="91425" marT="91425" marB="91425">
                    <a:solidFill>
                      <a:schemeClr val="lt1"/>
                    </a:solidFill>
                  </a:tcPr>
                </a:tc>
                <a:tc>
                  <a:txBody>
                    <a:bodyPr/>
                    <a:lstStyle/>
                    <a:p>
                      <a:pPr marL="0" lvl="0" indent="0" algn="l" rtl="0">
                        <a:spcBef>
                          <a:spcPts val="0"/>
                        </a:spcBef>
                        <a:spcAft>
                          <a:spcPts val="0"/>
                        </a:spcAft>
                        <a:buNone/>
                      </a:pPr>
                      <a:r>
                        <a:rPr lang="es-ES" dirty="0" smtClean="0">
                          <a:latin typeface="Open Sans"/>
                          <a:ea typeface="Open Sans"/>
                          <a:cs typeface="Open Sans"/>
                          <a:sym typeface="Open Sans"/>
                        </a:rPr>
                        <a:t>Sata 1TB (</a:t>
                      </a:r>
                      <a:r>
                        <a:rPr lang="es-ES" dirty="0" err="1" smtClean="0">
                          <a:latin typeface="Open Sans"/>
                          <a:ea typeface="Open Sans"/>
                          <a:cs typeface="Open Sans"/>
                          <a:sym typeface="Open Sans"/>
                        </a:rPr>
                        <a:t>ó</a:t>
                      </a:r>
                      <a:r>
                        <a:rPr lang="es-ES" dirty="0" smtClean="0">
                          <a:latin typeface="Open Sans"/>
                          <a:ea typeface="Open Sans"/>
                          <a:cs typeface="Open Sans"/>
                          <a:sym typeface="Open Sans"/>
                        </a:rPr>
                        <a:t> SSD 240GB)</a:t>
                      </a:r>
                      <a:endParaRPr dirty="0">
                        <a:latin typeface="Open Sans"/>
                        <a:ea typeface="Open Sans"/>
                        <a:cs typeface="Open Sans"/>
                        <a:sym typeface="Open Sans"/>
                      </a:endParaRPr>
                    </a:p>
                  </a:txBody>
                  <a:tcPr marL="91425" marR="91425" marT="91425" marB="91425">
                    <a:solidFill>
                      <a:schemeClr val="lt1"/>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GPU</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dirty="0" err="1" smtClean="0">
                          <a:latin typeface="Open Sans"/>
                          <a:ea typeface="Open Sans"/>
                          <a:cs typeface="Open Sans"/>
                          <a:sym typeface="Open Sans"/>
                        </a:rPr>
                        <a:t>Nvidia</a:t>
                      </a:r>
                      <a:r>
                        <a:rPr lang="en-US" dirty="0" smtClean="0">
                          <a:latin typeface="Open Sans"/>
                          <a:ea typeface="Open Sans"/>
                          <a:cs typeface="Open Sans"/>
                          <a:sym typeface="Open Sans"/>
                        </a:rPr>
                        <a:t> </a:t>
                      </a:r>
                      <a:r>
                        <a:rPr lang="en-US" dirty="0" err="1" smtClean="0">
                          <a:latin typeface="Open Sans"/>
                          <a:ea typeface="Open Sans"/>
                          <a:cs typeface="Open Sans"/>
                          <a:sym typeface="Open Sans"/>
                        </a:rPr>
                        <a:t>Geforce</a:t>
                      </a:r>
                      <a:r>
                        <a:rPr lang="en-US" dirty="0" smtClean="0">
                          <a:latin typeface="Open Sans"/>
                          <a:ea typeface="Open Sans"/>
                          <a:cs typeface="Open Sans"/>
                          <a:sym typeface="Open Sans"/>
                        </a:rPr>
                        <a:t> GT 710 2GB DDR3</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47"/>
          <p:cNvSpPr txBox="1"/>
          <p:nvPr/>
        </p:nvSpPr>
        <p:spPr>
          <a:xfrm>
            <a:off x="636325" y="608025"/>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Gama alta - AMD</a:t>
            </a:r>
            <a:endParaRPr sz="3000" b="1">
              <a:solidFill>
                <a:srgbClr val="EC183F"/>
              </a:solidFill>
              <a:latin typeface="Rajdhani"/>
              <a:ea typeface="Rajdhani"/>
              <a:cs typeface="Rajdhani"/>
              <a:sym typeface="Rajdhani"/>
            </a:endParaRPr>
          </a:p>
        </p:txBody>
      </p:sp>
      <p:sp>
        <p:nvSpPr>
          <p:cNvPr id="226" name="Google Shape;226;p47"/>
          <p:cNvSpPr txBox="1"/>
          <p:nvPr/>
        </p:nvSpPr>
        <p:spPr>
          <a:xfrm>
            <a:off x="806450" y="1534325"/>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endParaRPr sz="1600">
              <a:solidFill>
                <a:srgbClr val="434343"/>
              </a:solidFill>
              <a:latin typeface="Open Sans"/>
              <a:ea typeface="Open Sans"/>
              <a:cs typeface="Open Sans"/>
              <a:sym typeface="Open Sans"/>
            </a:endParaRPr>
          </a:p>
        </p:txBody>
      </p:sp>
      <p:sp>
        <p:nvSpPr>
          <p:cNvPr id="227" name="Google Shape;227;p47"/>
          <p:cNvSpPr txBox="1"/>
          <p:nvPr/>
        </p:nvSpPr>
        <p:spPr>
          <a:xfrm>
            <a:off x="1020650" y="1759275"/>
            <a:ext cx="299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graphicFrame>
        <p:nvGraphicFramePr>
          <p:cNvPr id="228" name="Google Shape;228;p47"/>
          <p:cNvGraphicFramePr/>
          <p:nvPr>
            <p:extLst>
              <p:ext uri="{D42A27DB-BD31-4B8C-83A1-F6EECF244321}">
                <p14:modId xmlns:p14="http://schemas.microsoft.com/office/powerpoint/2010/main" val="2343816278"/>
              </p:ext>
            </p:extLst>
          </p:nvPr>
        </p:nvGraphicFramePr>
        <p:xfrm>
          <a:off x="952500" y="1809750"/>
          <a:ext cx="7239000" cy="1981050"/>
        </p:xfrm>
        <a:graphic>
          <a:graphicData uri="http://schemas.openxmlformats.org/drawingml/2006/table">
            <a:tbl>
              <a:tblPr>
                <a:noFill/>
                <a:tableStyleId>{8C823DD4-A27D-4CE9-87A1-849A0D71D706}</a:tableStyleId>
              </a:tblPr>
              <a:tblGrid>
                <a:gridCol w="1919400">
                  <a:extLst>
                    <a:ext uri="{9D8B030D-6E8A-4147-A177-3AD203B41FA5}">
                      <a16:colId xmlns:a16="http://schemas.microsoft.com/office/drawing/2014/main" val="20000"/>
                    </a:ext>
                  </a:extLst>
                </a:gridCol>
                <a:gridCol w="53196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a:latin typeface="Open Sans"/>
                          <a:ea typeface="Open Sans"/>
                          <a:cs typeface="Open Sans"/>
                          <a:sym typeface="Open Sans"/>
                        </a:rPr>
                        <a:t>Procesador</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s" dirty="0">
                          <a:latin typeface="Open Sans"/>
                          <a:ea typeface="Open Sans"/>
                          <a:cs typeface="Open Sans"/>
                          <a:sym typeface="Open Sans"/>
                        </a:rPr>
                        <a:t>Amd Ryzen 7 3800xt</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Placa Madre</a:t>
                      </a:r>
                      <a:endParaRPr>
                        <a:latin typeface="Open Sans"/>
                        <a:ea typeface="Open Sans"/>
                        <a:cs typeface="Open Sans"/>
                        <a:sym typeface="Open Sans"/>
                      </a:endParaRPr>
                    </a:p>
                  </a:txBody>
                  <a:tcPr marL="91425" marR="91425" marT="91425" marB="91425">
                    <a:solidFill>
                      <a:schemeClr val="lt1"/>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 AMD B450M</a:t>
                      </a:r>
                      <a:endParaRPr dirty="0"/>
                    </a:p>
                  </a:txBody>
                  <a:tcPr marL="91425" marR="91425" marT="91425" marB="91425">
                    <a:solidFill>
                      <a:schemeClr val="lt1"/>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principal</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DDR4 16GB BLINDADA 3200MHZ </a:t>
                      </a:r>
                      <a:endParaRPr dirty="0"/>
                    </a:p>
                  </a:txBody>
                  <a:tcPr marL="91425" marR="91425" marT="91425" marB="91425">
                    <a:solidFill>
                      <a:srgbClr val="EFEFE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secundaria</a:t>
                      </a:r>
                      <a:endParaRPr>
                        <a:latin typeface="Open Sans"/>
                        <a:ea typeface="Open Sans"/>
                        <a:cs typeface="Open Sans"/>
                        <a:sym typeface="Open Sans"/>
                      </a:endParaRPr>
                    </a:p>
                  </a:txBody>
                  <a:tcPr marL="91425" marR="91425" marT="91425" marB="91425">
                    <a:solidFill>
                      <a:schemeClr val="lt1"/>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1TB (Ó SSD 240GB)</a:t>
                      </a:r>
                      <a:endParaRPr dirty="0"/>
                    </a:p>
                  </a:txBody>
                  <a:tcPr marL="91425" marR="91425" marT="91425" marB="91425">
                    <a:solidFill>
                      <a:schemeClr val="lt1"/>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GPU</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pt-BR" sz="1400" b="0" i="0" u="none" strike="noStrike" cap="none" dirty="0" smtClean="0">
                          <a:solidFill>
                            <a:srgbClr val="000000"/>
                          </a:solidFill>
                          <a:effectLst/>
                          <a:latin typeface="Arial"/>
                          <a:ea typeface="Arial"/>
                          <a:cs typeface="Arial"/>
                          <a:sym typeface="Arial"/>
                        </a:rPr>
                        <a:t> NVIDIA GEFORCE N210 1GB DDR3</a:t>
                      </a:r>
                      <a:endParaRPr dirty="0"/>
                    </a:p>
                  </a:txBody>
                  <a:tcPr marL="91425" marR="91425" marT="91425" marB="91425">
                    <a:solidFill>
                      <a:srgbClr val="EFEF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8"/>
          <p:cNvSpPr txBox="1"/>
          <p:nvPr/>
        </p:nvSpPr>
        <p:spPr>
          <a:xfrm>
            <a:off x="643800" y="608025"/>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Open Sans" panose="020B0604020202020204" charset="0"/>
                <a:ea typeface="Open Sans" panose="020B0604020202020204" charset="0"/>
                <a:cs typeface="Open Sans" panose="020B0604020202020204" charset="0"/>
                <a:sym typeface="Rajdhani"/>
              </a:rPr>
              <a:t>Gama alta</a:t>
            </a:r>
            <a:endParaRPr sz="3000" b="1">
              <a:solidFill>
                <a:srgbClr val="EC183F"/>
              </a:solidFill>
              <a:latin typeface="Open Sans" panose="020B0604020202020204" charset="0"/>
              <a:ea typeface="Open Sans" panose="020B0604020202020204" charset="0"/>
              <a:cs typeface="Open Sans" panose="020B0604020202020204" charset="0"/>
              <a:sym typeface="Rajdhani"/>
            </a:endParaRPr>
          </a:p>
        </p:txBody>
      </p:sp>
      <p:sp>
        <p:nvSpPr>
          <p:cNvPr id="234" name="Google Shape;234;p48"/>
          <p:cNvSpPr txBox="1"/>
          <p:nvPr/>
        </p:nvSpPr>
        <p:spPr>
          <a:xfrm>
            <a:off x="654050" y="1534325"/>
            <a:ext cx="3615000" cy="30135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endParaRPr sz="1600">
              <a:solidFill>
                <a:srgbClr val="434343"/>
              </a:solidFill>
              <a:latin typeface="Open Sans" panose="020B0604020202020204" charset="0"/>
              <a:ea typeface="Open Sans" panose="020B0604020202020204" charset="0"/>
              <a:cs typeface="Open Sans" panose="020B0604020202020204" charset="0"/>
              <a:sym typeface="Open Sans"/>
            </a:endParaRPr>
          </a:p>
        </p:txBody>
      </p:sp>
      <p:sp>
        <p:nvSpPr>
          <p:cNvPr id="235" name="Google Shape;235;p48"/>
          <p:cNvSpPr txBox="1"/>
          <p:nvPr/>
        </p:nvSpPr>
        <p:spPr>
          <a:xfrm>
            <a:off x="868250" y="1759275"/>
            <a:ext cx="299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graphicFrame>
        <p:nvGraphicFramePr>
          <p:cNvPr id="236" name="Google Shape;236;p48"/>
          <p:cNvGraphicFramePr/>
          <p:nvPr>
            <p:extLst>
              <p:ext uri="{D42A27DB-BD31-4B8C-83A1-F6EECF244321}">
                <p14:modId xmlns:p14="http://schemas.microsoft.com/office/powerpoint/2010/main" val="3735164224"/>
              </p:ext>
            </p:extLst>
          </p:nvPr>
        </p:nvGraphicFramePr>
        <p:xfrm>
          <a:off x="952500" y="2114550"/>
          <a:ext cx="7239000" cy="1981050"/>
        </p:xfrm>
        <a:graphic>
          <a:graphicData uri="http://schemas.openxmlformats.org/drawingml/2006/table">
            <a:tbl>
              <a:tblPr>
                <a:noFill/>
                <a:tableStyleId>{8C823DD4-A27D-4CE9-87A1-849A0D71D706}</a:tableStyleId>
              </a:tblPr>
              <a:tblGrid>
                <a:gridCol w="1947600">
                  <a:extLst>
                    <a:ext uri="{9D8B030D-6E8A-4147-A177-3AD203B41FA5}">
                      <a16:colId xmlns:a16="http://schemas.microsoft.com/office/drawing/2014/main" val="20000"/>
                    </a:ext>
                  </a:extLst>
                </a:gridCol>
                <a:gridCol w="52914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dirty="0">
                          <a:latin typeface="Open Sans"/>
                          <a:ea typeface="Open Sans"/>
                          <a:cs typeface="Open Sans"/>
                          <a:sym typeface="Open Sans"/>
                        </a:rPr>
                        <a:t>Procesador</a:t>
                      </a:r>
                      <a:endParaRPr dirty="0">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AMD RYZEN 9 3900X</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Placa Madre</a:t>
                      </a:r>
                      <a:endParaRPr>
                        <a:latin typeface="Open Sans"/>
                        <a:ea typeface="Open Sans"/>
                        <a:cs typeface="Open Sans"/>
                        <a:sym typeface="Open Sans"/>
                      </a:endParaRPr>
                    </a:p>
                  </a:txBody>
                  <a:tcPr marL="91425" marR="91425" marT="91425" marB="91425">
                    <a:solidFill>
                      <a:schemeClr val="lt1"/>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AMD B450M</a:t>
                      </a:r>
                      <a:endParaRPr dirty="0">
                        <a:latin typeface="Open Sans"/>
                        <a:ea typeface="Open Sans"/>
                        <a:cs typeface="Open Sans"/>
                        <a:sym typeface="Open Sans"/>
                      </a:endParaRPr>
                    </a:p>
                  </a:txBody>
                  <a:tcPr marL="91425" marR="91425" marT="91425" marB="91425">
                    <a:solidFill>
                      <a:schemeClr val="lt1"/>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principal</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DDR4 16GB BLINDADA 3200MHZ</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Memoria secundaria</a:t>
                      </a:r>
                      <a:endParaRPr>
                        <a:latin typeface="Open Sans"/>
                        <a:ea typeface="Open Sans"/>
                        <a:cs typeface="Open Sans"/>
                        <a:sym typeface="Open Sans"/>
                      </a:endParaRPr>
                    </a:p>
                  </a:txBody>
                  <a:tcPr marL="91425" marR="91425" marT="91425" marB="91425">
                    <a:solidFill>
                      <a:schemeClr val="lt1"/>
                    </a:solidFill>
                  </a:tcPr>
                </a:tc>
                <a:tc>
                  <a:txBody>
                    <a:bodyPr/>
                    <a:lstStyle/>
                    <a:p>
                      <a:pPr marL="0" lvl="0" indent="0" algn="l" rtl="0">
                        <a:spcBef>
                          <a:spcPts val="0"/>
                        </a:spcBef>
                        <a:spcAft>
                          <a:spcPts val="0"/>
                        </a:spcAft>
                        <a:buNone/>
                      </a:pPr>
                      <a:r>
                        <a:rPr lang="es-ES" dirty="0" smtClean="0">
                          <a:latin typeface="Open Sans"/>
                          <a:ea typeface="Open Sans"/>
                          <a:cs typeface="Open Sans"/>
                          <a:sym typeface="Open Sans"/>
                        </a:rPr>
                        <a:t>SATA </a:t>
                      </a:r>
                      <a:r>
                        <a:rPr lang="es-ES" sz="1400" b="0" i="0" u="none" strike="noStrike" cap="none" dirty="0" smtClean="0">
                          <a:solidFill>
                            <a:srgbClr val="000000"/>
                          </a:solidFill>
                          <a:effectLst/>
                          <a:latin typeface="Arial"/>
                          <a:ea typeface="Arial"/>
                          <a:cs typeface="Arial"/>
                          <a:sym typeface="Arial"/>
                        </a:rPr>
                        <a:t>DURO 1TB (</a:t>
                      </a:r>
                      <a:r>
                        <a:rPr lang="es-ES" sz="1400" b="0" i="0" u="none" strike="noStrike" cap="none" dirty="0" err="1" smtClean="0">
                          <a:solidFill>
                            <a:srgbClr val="000000"/>
                          </a:solidFill>
                          <a:effectLst/>
                          <a:latin typeface="Arial"/>
                          <a:ea typeface="Arial"/>
                          <a:cs typeface="Arial"/>
                          <a:sym typeface="Arial"/>
                        </a:rPr>
                        <a:t>Ó</a:t>
                      </a:r>
                      <a:r>
                        <a:rPr lang="es-ES" sz="1400" b="0" i="0" u="none" strike="noStrike" cap="none" dirty="0" smtClean="0">
                          <a:solidFill>
                            <a:srgbClr val="000000"/>
                          </a:solidFill>
                          <a:effectLst/>
                          <a:latin typeface="Arial"/>
                          <a:ea typeface="Arial"/>
                          <a:cs typeface="Arial"/>
                          <a:sym typeface="Arial"/>
                        </a:rPr>
                        <a:t> SSD 240GB)</a:t>
                      </a:r>
                      <a:endParaRPr dirty="0">
                        <a:latin typeface="Open Sans"/>
                        <a:ea typeface="Open Sans"/>
                        <a:cs typeface="Open Sans"/>
                        <a:sym typeface="Open Sans"/>
                      </a:endParaRPr>
                    </a:p>
                  </a:txBody>
                  <a:tcPr marL="91425" marR="91425" marT="91425" marB="91425">
                    <a:solidFill>
                      <a:schemeClr val="lt1"/>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latin typeface="Open Sans"/>
                          <a:ea typeface="Open Sans"/>
                          <a:cs typeface="Open Sans"/>
                          <a:sym typeface="Open Sans"/>
                        </a:rPr>
                        <a:t>GPU</a:t>
                      </a:r>
                      <a:endParaRPr>
                        <a:latin typeface="Open Sans"/>
                        <a:ea typeface="Open Sans"/>
                        <a:cs typeface="Open Sans"/>
                        <a:sym typeface="Open Sans"/>
                      </a:endParaRPr>
                    </a:p>
                  </a:txBody>
                  <a:tcPr marL="91425" marR="91425" marT="91425" marB="91425">
                    <a:solidFill>
                      <a:srgbClr val="EFEFEF"/>
                    </a:solidFill>
                  </a:tcPr>
                </a:tc>
                <a:tc>
                  <a:txBody>
                    <a:bodyPr/>
                    <a:lstStyle/>
                    <a:p>
                      <a:pPr marL="0" lvl="0" indent="0" algn="l" rtl="0">
                        <a:spcBef>
                          <a:spcPts val="0"/>
                        </a:spcBef>
                        <a:spcAft>
                          <a:spcPts val="0"/>
                        </a:spcAft>
                        <a:buNone/>
                      </a:pPr>
                      <a:r>
                        <a:rPr lang="en-US" sz="1400" b="0" i="0" u="none" strike="noStrike" cap="none" dirty="0" smtClean="0">
                          <a:solidFill>
                            <a:srgbClr val="000000"/>
                          </a:solidFill>
                          <a:effectLst/>
                          <a:latin typeface="Arial"/>
                          <a:ea typeface="Arial"/>
                          <a:cs typeface="Arial"/>
                          <a:sym typeface="Arial"/>
                        </a:rPr>
                        <a:t>NVIDIA GEFORCE GT 710 2GB DDR3</a:t>
                      </a:r>
                      <a:endParaRPr dirty="0">
                        <a:latin typeface="Open Sans"/>
                        <a:ea typeface="Open Sans"/>
                        <a:cs typeface="Open Sans"/>
                        <a:sym typeface="Open Sans"/>
                      </a:endParaRPr>
                    </a:p>
                  </a:txBody>
                  <a:tcPr marL="91425" marR="91425" marT="91425" marB="91425">
                    <a:solidFill>
                      <a:srgbClr val="EFEFEF"/>
                    </a:solidFill>
                  </a:tcPr>
                </a:tc>
                <a:extLst>
                  <a:ext uri="{0D108BD9-81ED-4DB2-BD59-A6C34878D82A}">
                    <a16:rowId xmlns:a16="http://schemas.microsoft.com/office/drawing/2014/main" val="10004"/>
                  </a:ext>
                </a:extLst>
              </a:tr>
            </a:tbl>
          </a:graphicData>
        </a:graphic>
      </p:graphicFrame>
      <p:sp>
        <p:nvSpPr>
          <p:cNvPr id="237" name="Google Shape;237;p48"/>
          <p:cNvSpPr txBox="1"/>
          <p:nvPr/>
        </p:nvSpPr>
        <p:spPr>
          <a:xfrm>
            <a:off x="643800" y="1534325"/>
            <a:ext cx="8070600" cy="2754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r>
              <a:rPr lang="es" sz="1600" dirty="0">
                <a:solidFill>
                  <a:srgbClr val="434343"/>
                </a:solidFill>
                <a:latin typeface="Open Sans" panose="020B0604020202020204" charset="0"/>
                <a:ea typeface="Open Sans" panose="020B0604020202020204" charset="0"/>
                <a:cs typeface="Open Sans" panose="020B0604020202020204" charset="0"/>
                <a:sym typeface="Open Sans"/>
              </a:rPr>
              <a:t>Esta computadora debe ser armada a libre criterio del estudiante.</a:t>
            </a:r>
            <a:endParaRPr sz="1600" dirty="0">
              <a:solidFill>
                <a:srgbClr val="434343"/>
              </a:solidFill>
              <a:latin typeface="Open Sans" panose="020B0604020202020204" charset="0"/>
              <a:ea typeface="Open Sans" panose="020B0604020202020204" charset="0"/>
              <a:cs typeface="Open Sans" panose="020B0604020202020204" charset="0"/>
              <a:sym typeface="Open Sans"/>
            </a:endParaRPr>
          </a:p>
          <a:p>
            <a:pPr marL="0" lvl="0" indent="0" algn="l" rtl="0">
              <a:lnSpc>
                <a:spcPct val="150000"/>
              </a:lnSpc>
              <a:spcBef>
                <a:spcPts val="0"/>
              </a:spcBef>
              <a:spcAft>
                <a:spcPts val="0"/>
              </a:spcAft>
              <a:buNone/>
            </a:pPr>
            <a:endParaRPr sz="1600" dirty="0">
              <a:solidFill>
                <a:srgbClr val="434343"/>
              </a:solidFill>
              <a:latin typeface="Open Sans" panose="020B0604020202020204" charset="0"/>
              <a:ea typeface="Open Sans" panose="020B0604020202020204" charset="0"/>
              <a:cs typeface="Open Sans" panose="020B0604020202020204" charset="0"/>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3383C"/>
        </a:solidFill>
        <a:effectLst/>
      </p:bgPr>
    </p:bg>
    <p:spTree>
      <p:nvGrpSpPr>
        <p:cNvPr id="1" name="Shape 241"/>
        <p:cNvGrpSpPr/>
        <p:nvPr/>
      </p:nvGrpSpPr>
      <p:grpSpPr>
        <a:xfrm>
          <a:off x="0" y="0"/>
          <a:ext cx="0" cy="0"/>
          <a:chOff x="0" y="0"/>
          <a:chExt cx="0" cy="0"/>
        </a:xfrm>
      </p:grpSpPr>
      <p:sp>
        <p:nvSpPr>
          <p:cNvPr id="242" name="Google Shape;242;p49"/>
          <p:cNvSpPr txBox="1"/>
          <p:nvPr/>
        </p:nvSpPr>
        <p:spPr>
          <a:xfrm>
            <a:off x="3609750" y="1495200"/>
            <a:ext cx="3636900" cy="2378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 sz="3700" b="1">
                <a:solidFill>
                  <a:srgbClr val="FFFFFF"/>
                </a:solidFill>
                <a:latin typeface="Rajdhani"/>
                <a:ea typeface="Rajdhani"/>
                <a:cs typeface="Rajdhani"/>
                <a:sym typeface="Rajdhani"/>
              </a:rPr>
              <a:t>Entrega</a:t>
            </a:r>
            <a:endParaRPr sz="3700" b="1">
              <a:solidFill>
                <a:srgbClr val="FFFFFF"/>
              </a:solidFill>
              <a:latin typeface="Rajdhani"/>
              <a:ea typeface="Rajdhani"/>
              <a:cs typeface="Rajdhani"/>
              <a:sym typeface="Rajdhani"/>
            </a:endParaRPr>
          </a:p>
        </p:txBody>
      </p:sp>
      <p:sp>
        <p:nvSpPr>
          <p:cNvPr id="243" name="Google Shape;243;p49"/>
          <p:cNvSpPr txBox="1"/>
          <p:nvPr/>
        </p:nvSpPr>
        <p:spPr>
          <a:xfrm>
            <a:off x="2740403" y="2195563"/>
            <a:ext cx="548700" cy="9774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s" sz="6000" b="1">
                <a:solidFill>
                  <a:srgbClr val="FFFFFF"/>
                </a:solidFill>
                <a:latin typeface="Rajdhani"/>
                <a:ea typeface="Rajdhani"/>
                <a:cs typeface="Rajdhani"/>
                <a:sym typeface="Rajdhani"/>
              </a:rPr>
              <a:t>4</a:t>
            </a:r>
            <a:endParaRPr sz="6000" b="1">
              <a:solidFill>
                <a:srgbClr val="FFFFFF"/>
              </a:solidFill>
              <a:latin typeface="Rajdhani"/>
              <a:ea typeface="Rajdhani"/>
              <a:cs typeface="Rajdhani"/>
              <a:sym typeface="Rajdhani"/>
            </a:endParaRPr>
          </a:p>
        </p:txBody>
      </p:sp>
      <p:sp>
        <p:nvSpPr>
          <p:cNvPr id="244" name="Google Shape;244;p49"/>
          <p:cNvSpPr/>
          <p:nvPr/>
        </p:nvSpPr>
        <p:spPr>
          <a:xfrm>
            <a:off x="3438450" y="2141125"/>
            <a:ext cx="18600" cy="108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50"/>
          <p:cNvSpPr txBox="1"/>
          <p:nvPr/>
        </p:nvSpPr>
        <p:spPr>
          <a:xfrm>
            <a:off x="625950" y="608025"/>
            <a:ext cx="7679100" cy="854100"/>
          </a:xfrm>
          <a:prstGeom prst="rect">
            <a:avLst/>
          </a:prstGeom>
          <a:noFill/>
          <a:ln>
            <a:noFill/>
          </a:ln>
        </p:spPr>
        <p:txBody>
          <a:bodyPr spcFirstLastPara="1" wrap="square" lIns="82275" tIns="41125" rIns="82275" bIns="41125" anchor="ctr" anchorCtr="0">
            <a:noAutofit/>
          </a:bodyPr>
          <a:lstStyle/>
          <a:p>
            <a:pPr marL="0" lvl="0" indent="0" algn="l" rtl="0">
              <a:lnSpc>
                <a:spcPct val="90000"/>
              </a:lnSpc>
              <a:spcBef>
                <a:spcPts val="0"/>
              </a:spcBef>
              <a:spcAft>
                <a:spcPts val="0"/>
              </a:spcAft>
              <a:buNone/>
            </a:pPr>
            <a:r>
              <a:rPr lang="es" sz="3000" b="1">
                <a:solidFill>
                  <a:srgbClr val="EC183F"/>
                </a:solidFill>
                <a:latin typeface="Rajdhani"/>
                <a:ea typeface="Rajdhani"/>
                <a:cs typeface="Rajdhani"/>
                <a:sym typeface="Rajdhani"/>
              </a:rPr>
              <a:t>Entrega</a:t>
            </a:r>
            <a:endParaRPr sz="3000" b="1">
              <a:solidFill>
                <a:srgbClr val="EC183F"/>
              </a:solidFill>
              <a:latin typeface="Rajdhani"/>
              <a:ea typeface="Rajdhani"/>
              <a:cs typeface="Rajdhani"/>
              <a:sym typeface="Rajdhani"/>
            </a:endParaRPr>
          </a:p>
        </p:txBody>
      </p:sp>
      <p:sp>
        <p:nvSpPr>
          <p:cNvPr id="250" name="Google Shape;250;p50"/>
          <p:cNvSpPr txBox="1"/>
          <p:nvPr/>
        </p:nvSpPr>
        <p:spPr>
          <a:xfrm>
            <a:off x="636200" y="1534325"/>
            <a:ext cx="4185300" cy="1443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s" sz="1600">
                <a:solidFill>
                  <a:srgbClr val="434343"/>
                </a:solidFill>
                <a:latin typeface="Open Sans"/>
                <a:ea typeface="Open Sans"/>
                <a:cs typeface="Open Sans"/>
                <a:sym typeface="Open Sans"/>
              </a:rPr>
              <a:t>Cada estudiante debe subir a su mochila del viajero un archivo del formato que prefiera (.pdf, .doc, .xls) con el detalle de los diferentes equipos que armó.</a:t>
            </a:r>
            <a:endParaRPr sz="1600">
              <a:solidFill>
                <a:srgbClr val="434343"/>
              </a:solidFill>
              <a:latin typeface="Open Sans"/>
              <a:ea typeface="Open Sans"/>
              <a:cs typeface="Open Sans"/>
              <a:sym typeface="Open Sans"/>
            </a:endParaRPr>
          </a:p>
        </p:txBody>
      </p:sp>
      <p:pic>
        <p:nvPicPr>
          <p:cNvPr id="251" name="Google Shape;251;p50"/>
          <p:cNvPicPr preferRelativeResize="0"/>
          <p:nvPr/>
        </p:nvPicPr>
        <p:blipFill>
          <a:blip r:embed="rId3">
            <a:alphaModFix/>
          </a:blip>
          <a:stretch>
            <a:fillRect/>
          </a:stretch>
        </p:blipFill>
        <p:spPr>
          <a:xfrm>
            <a:off x="4318875" y="1250925"/>
            <a:ext cx="3270427" cy="1839626"/>
          </a:xfrm>
          <a:prstGeom prst="rect">
            <a:avLst/>
          </a:prstGeom>
          <a:noFill/>
          <a:ln>
            <a:noFill/>
          </a:ln>
        </p:spPr>
      </p:pic>
      <p:pic>
        <p:nvPicPr>
          <p:cNvPr id="252" name="Google Shape;252;p50"/>
          <p:cNvPicPr preferRelativeResize="0"/>
          <p:nvPr/>
        </p:nvPicPr>
        <p:blipFill>
          <a:blip r:embed="rId4">
            <a:alphaModFix/>
          </a:blip>
          <a:stretch>
            <a:fillRect/>
          </a:stretch>
        </p:blipFill>
        <p:spPr>
          <a:xfrm>
            <a:off x="5677200" y="1418864"/>
            <a:ext cx="2902574" cy="1632698"/>
          </a:xfrm>
          <a:prstGeom prst="rect">
            <a:avLst/>
          </a:prstGeom>
          <a:noFill/>
          <a:ln>
            <a:noFill/>
          </a:ln>
        </p:spPr>
      </p:pic>
      <p:pic>
        <p:nvPicPr>
          <p:cNvPr id="253" name="Google Shape;253;p50"/>
          <p:cNvPicPr preferRelativeResize="0"/>
          <p:nvPr/>
        </p:nvPicPr>
        <p:blipFill>
          <a:blip r:embed="rId5">
            <a:alphaModFix/>
          </a:blip>
          <a:stretch>
            <a:fillRect/>
          </a:stretch>
        </p:blipFill>
        <p:spPr>
          <a:xfrm>
            <a:off x="5047350" y="2153639"/>
            <a:ext cx="2902574" cy="163269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3383C"/>
        </a:solidFill>
        <a:effectLst/>
      </p:bgPr>
    </p:bg>
    <p:spTree>
      <p:nvGrpSpPr>
        <p:cNvPr id="1" name="Shape 25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687</Words>
  <Application>Microsoft Office PowerPoint</Application>
  <PresentationFormat>Presentación en pantalla (16:9)</PresentationFormat>
  <Paragraphs>140</Paragraphs>
  <Slides>23</Slides>
  <Notes>23</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23</vt:i4>
      </vt:variant>
    </vt:vector>
  </HeadingPairs>
  <TitlesOfParts>
    <vt:vector size="28" baseType="lpstr">
      <vt:lpstr>Arial</vt:lpstr>
      <vt:lpstr>Open Sans</vt:lpstr>
      <vt:lpstr>Rajdhani</vt:lpstr>
      <vt:lpstr>Simple Light</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USUARIO</cp:lastModifiedBy>
  <cp:revision>8</cp:revision>
  <dcterms:modified xsi:type="dcterms:W3CDTF">2021-11-07T20:19:19Z</dcterms:modified>
</cp:coreProperties>
</file>